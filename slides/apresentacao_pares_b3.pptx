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361a6d3-8bb3-1e3c-065b-ff7359e7f512}">
          <p14:sldIdLst>
            <p14:sldId id="256"/>
            <p14:sldId id="257"/>
            <p14:sldId id="258"/>
          </p14:sldIdLst>
        </p14:section>
        <p14:section name="Tese" id="{41344dc0-4b89-adad-30c9-97731966d326}">
          <p14:sldIdLst>
            <p14:sldId id="259"/>
            <p14:sldId id="260"/>
          </p14:sldIdLst>
        </p14:section>
        <p14:section name="Dados" id="{ff3a575b-8939-6859-ea28-4333439bd201}">
          <p14:sldIdLst>
            <p14:sldId id="261"/>
            <p14:sldId id="262"/>
          </p14:sldIdLst>
        </p14:section>
        <p14:section name="Modelo" id="{887030f1-ff0d-a5c3-e380-110b225286a8}">
          <p14:sldIdLst>
            <p14:sldId id="263"/>
            <p14:sldId id="264"/>
            <p14:sldId id="265"/>
            <p14:sldId id="266"/>
          </p14:sldIdLst>
        </p14:section>
        <p14:section name="Backtest" id="{dc2aba72-4ab2-e81b-f7a2-8182e2f8ae6d}">
          <p14:sldIdLst>
            <p14:sldId id="267"/>
            <p14:sldId id="268"/>
          </p14:sldIdLst>
        </p14:section>
        <p14:section name="Risco" id="{94ecea97-6812-0b7e-088f-74399543a5cd}">
          <p14:sldIdLst>
            <p14:sldId id="269"/>
            <p14:sldId id="270"/>
          </p14:sldIdLst>
        </p14:section>
        <p14:section name="Robustez" id="{3ab62860-bc44-fc6a-9637-e3c12897d4dc}">
          <p14:sldIdLst>
            <p14:sldId id="271"/>
            <p14:sldId id="272"/>
            <p14:sldId id="273"/>
          </p14:sldIdLst>
        </p14:section>
        <p14:section name="Conclusão" id="{fc72a92a-37eb-cd3a-90d2-487b23258845}">
          <p14:sldIdLst>
            <p14:sldId id="274"/>
            <p14:sldId id="275"/>
          </p14:sldIdLst>
        </p14:section>
        <p14:section name="Apêndice" id="{a408f2f2-f621-0e22-d803-defc04168435}">
          <p14:sldIdLst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Excesso acumulado sobre o CDI no teste, líquido de custos e aluguel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Excesso acumulado sobre o CDI</c:v>
                </c:pt>
              </c:strCache>
            </c:strRef>
          </c:tx>
          <c:spPr>
            <a:solidFill>
              <a:srgbClr val="C084FC"/>
            </a:solidFill>
            <a:ln w="31750" cap="flat">
              <a:solidFill>
                <a:srgbClr val="C084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84FC"/>
              </a:solidFill>
              <a:ln w="9525" cap="flat">
                <a:solidFill>
                  <a:srgbClr val="C084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Sheet1!$A$2:$A$341</c:f>
              <c:multiLvlStrCache>
                <c:ptCount val="340"/>
                <c:lvl>
                  <c:pt idx="0">
                    <c:v>jan/20</c:v>
                  </c:pt>
                  <c:pt idx="1">
                    <c:v>jan/20</c:v>
                  </c:pt>
                  <c:pt idx="2">
                    <c:v>jan/20</c:v>
                  </c:pt>
                  <c:pt idx="3">
                    <c:v>jan/20</c:v>
                  </c:pt>
                  <c:pt idx="4">
                    <c:v>jan/20</c:v>
                  </c:pt>
                  <c:pt idx="5">
                    <c:v>fev/20</c:v>
                  </c:pt>
                  <c:pt idx="6">
                    <c:v>fev/20</c:v>
                  </c:pt>
                  <c:pt idx="7">
                    <c:v>fev/20</c:v>
                  </c:pt>
                  <c:pt idx="8">
                    <c:v>mar/20</c:v>
                  </c:pt>
                  <c:pt idx="9">
                    <c:v>mar/20</c:v>
                  </c:pt>
                  <c:pt idx="10">
                    <c:v>mar/20</c:v>
                  </c:pt>
                  <c:pt idx="11">
                    <c:v>mar/20</c:v>
                  </c:pt>
                  <c:pt idx="12">
                    <c:v>mar/20</c:v>
                  </c:pt>
                  <c:pt idx="13">
                    <c:v>abr/20</c:v>
                  </c:pt>
                  <c:pt idx="14">
                    <c:v>abr/20</c:v>
                  </c:pt>
                  <c:pt idx="15">
                    <c:v>abr/20</c:v>
                  </c:pt>
                  <c:pt idx="16">
                    <c:v>abr/20</c:v>
                  </c:pt>
                  <c:pt idx="17">
                    <c:v>mai/20</c:v>
                  </c:pt>
                  <c:pt idx="18">
                    <c:v>mai/20</c:v>
                  </c:pt>
                  <c:pt idx="19">
                    <c:v>mai/20</c:v>
                  </c:pt>
                  <c:pt idx="20">
                    <c:v>mai/20</c:v>
                  </c:pt>
                  <c:pt idx="21">
                    <c:v>jun/20</c:v>
                  </c:pt>
                  <c:pt idx="22">
                    <c:v>jun/20</c:v>
                  </c:pt>
                  <c:pt idx="23">
                    <c:v>jun/20</c:v>
                  </c:pt>
                  <c:pt idx="24">
                    <c:v>jun/20</c:v>
                  </c:pt>
                  <c:pt idx="25">
                    <c:v>jul/20</c:v>
                  </c:pt>
                  <c:pt idx="26">
                    <c:v>jul/20</c:v>
                  </c:pt>
                  <c:pt idx="27">
                    <c:v>jul/20</c:v>
                  </c:pt>
                  <c:pt idx="28">
                    <c:v>jul/20</c:v>
                  </c:pt>
                  <c:pt idx="29">
                    <c:v>jul/20</c:v>
                  </c:pt>
                  <c:pt idx="30">
                    <c:v>ago/20</c:v>
                  </c:pt>
                  <c:pt idx="31">
                    <c:v>ago/20</c:v>
                  </c:pt>
                  <c:pt idx="32">
                    <c:v>ago/20</c:v>
                  </c:pt>
                  <c:pt idx="33">
                    <c:v>ago/20</c:v>
                  </c:pt>
                  <c:pt idx="34">
                    <c:v>set/20</c:v>
                  </c:pt>
                  <c:pt idx="35">
                    <c:v>set/20</c:v>
                  </c:pt>
                  <c:pt idx="36">
                    <c:v>set/20</c:v>
                  </c:pt>
                  <c:pt idx="37">
                    <c:v>set/20</c:v>
                  </c:pt>
                  <c:pt idx="38">
                    <c:v>out/20</c:v>
                  </c:pt>
                  <c:pt idx="39">
                    <c:v>out/20</c:v>
                  </c:pt>
                  <c:pt idx="40">
                    <c:v>out/20</c:v>
                  </c:pt>
                  <c:pt idx="41">
                    <c:v>out/20</c:v>
                  </c:pt>
                  <c:pt idx="42">
                    <c:v>nov/20</c:v>
                  </c:pt>
                  <c:pt idx="43">
                    <c:v>nov/20</c:v>
                  </c:pt>
                  <c:pt idx="44">
                    <c:v>nov/20</c:v>
                  </c:pt>
                  <c:pt idx="45">
                    <c:v>nov/20</c:v>
                  </c:pt>
                  <c:pt idx="46">
                    <c:v>dez/20</c:v>
                  </c:pt>
                  <c:pt idx="47">
                    <c:v>dez/20</c:v>
                  </c:pt>
                  <c:pt idx="48">
                    <c:v>dez/20</c:v>
                  </c:pt>
                  <c:pt idx="49">
                    <c:v>dez/20</c:v>
                  </c:pt>
                  <c:pt idx="50">
                    <c:v>jan/21</c:v>
                  </c:pt>
                  <c:pt idx="51">
                    <c:v>jan/21</c:v>
                  </c:pt>
                  <c:pt idx="52">
                    <c:v>jan/21</c:v>
                  </c:pt>
                  <c:pt idx="53">
                    <c:v>jan/21</c:v>
                  </c:pt>
                  <c:pt idx="54">
                    <c:v>fev/21</c:v>
                  </c:pt>
                  <c:pt idx="55">
                    <c:v>fev/21</c:v>
                  </c:pt>
                  <c:pt idx="56">
                    <c:v>fev/21</c:v>
                  </c:pt>
                  <c:pt idx="57">
                    <c:v>mar/21</c:v>
                  </c:pt>
                  <c:pt idx="58">
                    <c:v>mar/21</c:v>
                  </c:pt>
                  <c:pt idx="59">
                    <c:v>mar/21</c:v>
                  </c:pt>
                  <c:pt idx="60">
                    <c:v>mar/21</c:v>
                  </c:pt>
                  <c:pt idx="61">
                    <c:v>mar/21</c:v>
                  </c:pt>
                  <c:pt idx="62">
                    <c:v>abr/21</c:v>
                  </c:pt>
                  <c:pt idx="63">
                    <c:v>abr/21</c:v>
                  </c:pt>
                  <c:pt idx="64">
                    <c:v>abr/21</c:v>
                  </c:pt>
                  <c:pt idx="65">
                    <c:v>abr/21</c:v>
                  </c:pt>
                  <c:pt idx="66">
                    <c:v>mai/21</c:v>
                  </c:pt>
                  <c:pt idx="67">
                    <c:v>mai/21</c:v>
                  </c:pt>
                  <c:pt idx="68">
                    <c:v>mai/21</c:v>
                  </c:pt>
                  <c:pt idx="69">
                    <c:v>mai/21</c:v>
                  </c:pt>
                  <c:pt idx="70">
                    <c:v>jun/21</c:v>
                  </c:pt>
                  <c:pt idx="71">
                    <c:v>jun/21</c:v>
                  </c:pt>
                  <c:pt idx="72">
                    <c:v>jun/21</c:v>
                  </c:pt>
                  <c:pt idx="73">
                    <c:v>jun/21</c:v>
                  </c:pt>
                  <c:pt idx="74">
                    <c:v>jul/21</c:v>
                  </c:pt>
                  <c:pt idx="75">
                    <c:v>jul/21</c:v>
                  </c:pt>
                  <c:pt idx="76">
                    <c:v>jul/21</c:v>
                  </c:pt>
                  <c:pt idx="77">
                    <c:v>jul/21</c:v>
                  </c:pt>
                  <c:pt idx="78">
                    <c:v>jul/21</c:v>
                  </c:pt>
                  <c:pt idx="79">
                    <c:v>ago/21</c:v>
                  </c:pt>
                  <c:pt idx="80">
                    <c:v>ago/21</c:v>
                  </c:pt>
                  <c:pt idx="81">
                    <c:v>ago/21</c:v>
                  </c:pt>
                  <c:pt idx="82">
                    <c:v>ago/21</c:v>
                  </c:pt>
                  <c:pt idx="83">
                    <c:v>set/21</c:v>
                  </c:pt>
                  <c:pt idx="84">
                    <c:v>set/21</c:v>
                  </c:pt>
                  <c:pt idx="85">
                    <c:v>set/21</c:v>
                  </c:pt>
                  <c:pt idx="86">
                    <c:v>set/21</c:v>
                  </c:pt>
                  <c:pt idx="87">
                    <c:v>out/21</c:v>
                  </c:pt>
                  <c:pt idx="88">
                    <c:v>out/21</c:v>
                  </c:pt>
                  <c:pt idx="89">
                    <c:v>out/21</c:v>
                  </c:pt>
                  <c:pt idx="90">
                    <c:v>out/21</c:v>
                  </c:pt>
                  <c:pt idx="91">
                    <c:v>nov/21</c:v>
                  </c:pt>
                  <c:pt idx="92">
                    <c:v>nov/21</c:v>
                  </c:pt>
                  <c:pt idx="93">
                    <c:v>nov/21</c:v>
                  </c:pt>
                  <c:pt idx="94">
                    <c:v>nov/21</c:v>
                  </c:pt>
                  <c:pt idx="95">
                    <c:v>dez/21</c:v>
                  </c:pt>
                  <c:pt idx="96">
                    <c:v>dez/21</c:v>
                  </c:pt>
                  <c:pt idx="97">
                    <c:v>dez/21</c:v>
                  </c:pt>
                  <c:pt idx="98">
                    <c:v>dez/21</c:v>
                  </c:pt>
                  <c:pt idx="99">
                    <c:v>jan/22</c:v>
                  </c:pt>
                  <c:pt idx="100">
                    <c:v>jan/22</c:v>
                  </c:pt>
                  <c:pt idx="101">
                    <c:v>jan/22</c:v>
                  </c:pt>
                  <c:pt idx="102">
                    <c:v>jan/22</c:v>
                  </c:pt>
                  <c:pt idx="103">
                    <c:v>jan/22</c:v>
                  </c:pt>
                  <c:pt idx="104">
                    <c:v>fev/22</c:v>
                  </c:pt>
                  <c:pt idx="105">
                    <c:v>fev/22</c:v>
                  </c:pt>
                  <c:pt idx="106">
                    <c:v>fev/22</c:v>
                  </c:pt>
                  <c:pt idx="107">
                    <c:v>mar/22</c:v>
                  </c:pt>
                  <c:pt idx="108">
                    <c:v>mar/22</c:v>
                  </c:pt>
                  <c:pt idx="109">
                    <c:v>mar/22</c:v>
                  </c:pt>
                  <c:pt idx="110">
                    <c:v>mar/22</c:v>
                  </c:pt>
                  <c:pt idx="111">
                    <c:v>mar/22</c:v>
                  </c:pt>
                  <c:pt idx="112">
                    <c:v>abr/22</c:v>
                  </c:pt>
                  <c:pt idx="113">
                    <c:v>abr/22</c:v>
                  </c:pt>
                  <c:pt idx="114">
                    <c:v>abr/22</c:v>
                  </c:pt>
                  <c:pt idx="115">
                    <c:v>abr/22</c:v>
                  </c:pt>
                  <c:pt idx="116">
                    <c:v>mai/22</c:v>
                  </c:pt>
                  <c:pt idx="117">
                    <c:v>mai/22</c:v>
                  </c:pt>
                  <c:pt idx="118">
                    <c:v>mai/22</c:v>
                  </c:pt>
                  <c:pt idx="119">
                    <c:v>mai/22</c:v>
                  </c:pt>
                  <c:pt idx="120">
                    <c:v>jun/22</c:v>
                  </c:pt>
                  <c:pt idx="121">
                    <c:v>jun/22</c:v>
                  </c:pt>
                  <c:pt idx="122">
                    <c:v>jun/22</c:v>
                  </c:pt>
                  <c:pt idx="123">
                    <c:v>jun/22</c:v>
                  </c:pt>
                  <c:pt idx="124">
                    <c:v>jul/22</c:v>
                  </c:pt>
                  <c:pt idx="125">
                    <c:v>jul/22</c:v>
                  </c:pt>
                  <c:pt idx="126">
                    <c:v>jul/22</c:v>
                  </c:pt>
                  <c:pt idx="127">
                    <c:v>jul/22</c:v>
                  </c:pt>
                  <c:pt idx="128">
                    <c:v>ago/22</c:v>
                  </c:pt>
                  <c:pt idx="129">
                    <c:v>ago/22</c:v>
                  </c:pt>
                  <c:pt idx="130">
                    <c:v>ago/22</c:v>
                  </c:pt>
                  <c:pt idx="131">
                    <c:v>ago/22</c:v>
                  </c:pt>
                  <c:pt idx="132">
                    <c:v>ago/22</c:v>
                  </c:pt>
                  <c:pt idx="133">
                    <c:v>set/22</c:v>
                  </c:pt>
                  <c:pt idx="134">
                    <c:v>set/22</c:v>
                  </c:pt>
                  <c:pt idx="135">
                    <c:v>set/22</c:v>
                  </c:pt>
                  <c:pt idx="136">
                    <c:v>set/22</c:v>
                  </c:pt>
                  <c:pt idx="137">
                    <c:v>out/22</c:v>
                  </c:pt>
                  <c:pt idx="138">
                    <c:v>out/22</c:v>
                  </c:pt>
                  <c:pt idx="139">
                    <c:v>out/22</c:v>
                  </c:pt>
                  <c:pt idx="140">
                    <c:v>out/22</c:v>
                  </c:pt>
                  <c:pt idx="141">
                    <c:v>nov/22</c:v>
                  </c:pt>
                  <c:pt idx="142">
                    <c:v>nov/22</c:v>
                  </c:pt>
                  <c:pt idx="143">
                    <c:v>nov/22</c:v>
                  </c:pt>
                  <c:pt idx="144">
                    <c:v>nov/22</c:v>
                  </c:pt>
                  <c:pt idx="145">
                    <c:v>dez/22</c:v>
                  </c:pt>
                  <c:pt idx="146">
                    <c:v>dez/22</c:v>
                  </c:pt>
                  <c:pt idx="147">
                    <c:v>dez/22</c:v>
                  </c:pt>
                  <c:pt idx="148">
                    <c:v>dez/22</c:v>
                  </c:pt>
                  <c:pt idx="149">
                    <c:v>jan/23</c:v>
                  </c:pt>
                  <c:pt idx="150">
                    <c:v>jan/23</c:v>
                  </c:pt>
                  <c:pt idx="151">
                    <c:v>jan/23</c:v>
                  </c:pt>
                  <c:pt idx="152">
                    <c:v>jan/23</c:v>
                  </c:pt>
                  <c:pt idx="153">
                    <c:v>jan/23</c:v>
                  </c:pt>
                  <c:pt idx="154">
                    <c:v>fev/23</c:v>
                  </c:pt>
                  <c:pt idx="155">
                    <c:v>fev/23</c:v>
                  </c:pt>
                  <c:pt idx="156">
                    <c:v>fev/23</c:v>
                  </c:pt>
                  <c:pt idx="157">
                    <c:v>mar/23</c:v>
                  </c:pt>
                  <c:pt idx="158">
                    <c:v>mar/23</c:v>
                  </c:pt>
                  <c:pt idx="159">
                    <c:v>mar/23</c:v>
                  </c:pt>
                  <c:pt idx="160">
                    <c:v>mar/23</c:v>
                  </c:pt>
                  <c:pt idx="161">
                    <c:v>mar/23</c:v>
                  </c:pt>
                  <c:pt idx="162">
                    <c:v>abr/23</c:v>
                  </c:pt>
                  <c:pt idx="163">
                    <c:v>abr/23</c:v>
                  </c:pt>
                  <c:pt idx="164">
                    <c:v>abr/23</c:v>
                  </c:pt>
                  <c:pt idx="165">
                    <c:v>abr/23</c:v>
                  </c:pt>
                  <c:pt idx="166">
                    <c:v>mai/23</c:v>
                  </c:pt>
                  <c:pt idx="167">
                    <c:v>mai/23</c:v>
                  </c:pt>
                  <c:pt idx="168">
                    <c:v>mai/23</c:v>
                  </c:pt>
                  <c:pt idx="169">
                    <c:v>mai/23</c:v>
                  </c:pt>
                  <c:pt idx="170">
                    <c:v>jun/23</c:v>
                  </c:pt>
                  <c:pt idx="171">
                    <c:v>jun/23</c:v>
                  </c:pt>
                  <c:pt idx="172">
                    <c:v>jun/23</c:v>
                  </c:pt>
                  <c:pt idx="173">
                    <c:v>jun/23</c:v>
                  </c:pt>
                  <c:pt idx="174">
                    <c:v>jul/23</c:v>
                  </c:pt>
                  <c:pt idx="175">
                    <c:v>jul/23</c:v>
                  </c:pt>
                  <c:pt idx="176">
                    <c:v>jul/23</c:v>
                  </c:pt>
                  <c:pt idx="177">
                    <c:v>jul/23</c:v>
                  </c:pt>
                  <c:pt idx="178">
                    <c:v>ago/23</c:v>
                  </c:pt>
                  <c:pt idx="179">
                    <c:v>ago/23</c:v>
                  </c:pt>
                  <c:pt idx="180">
                    <c:v>ago/23</c:v>
                  </c:pt>
                  <c:pt idx="181">
                    <c:v>ago/23</c:v>
                  </c:pt>
                  <c:pt idx="182">
                    <c:v>ago/23</c:v>
                  </c:pt>
                  <c:pt idx="183">
                    <c:v>set/23</c:v>
                  </c:pt>
                  <c:pt idx="184">
                    <c:v>set/23</c:v>
                  </c:pt>
                  <c:pt idx="185">
                    <c:v>set/23</c:v>
                  </c:pt>
                  <c:pt idx="186">
                    <c:v>set/23</c:v>
                  </c:pt>
                  <c:pt idx="187">
                    <c:v>out/23</c:v>
                  </c:pt>
                  <c:pt idx="188">
                    <c:v>out/23</c:v>
                  </c:pt>
                  <c:pt idx="189">
                    <c:v>out/23</c:v>
                  </c:pt>
                  <c:pt idx="190">
                    <c:v>out/23</c:v>
                  </c:pt>
                  <c:pt idx="191">
                    <c:v>nov/23</c:v>
                  </c:pt>
                  <c:pt idx="192">
                    <c:v>nov/23</c:v>
                  </c:pt>
                  <c:pt idx="193">
                    <c:v>nov/23</c:v>
                  </c:pt>
                  <c:pt idx="194">
                    <c:v>nov/23</c:v>
                  </c:pt>
                  <c:pt idx="195">
                    <c:v>dez/23</c:v>
                  </c:pt>
                  <c:pt idx="196">
                    <c:v>dez/23</c:v>
                  </c:pt>
                  <c:pt idx="197">
                    <c:v>dez/23</c:v>
                  </c:pt>
                  <c:pt idx="198">
                    <c:v>dez/23</c:v>
                  </c:pt>
                  <c:pt idx="199">
                    <c:v>jan/24</c:v>
                  </c:pt>
                  <c:pt idx="200">
                    <c:v>jan/24</c:v>
                  </c:pt>
                  <c:pt idx="201">
                    <c:v>jan/24</c:v>
                  </c:pt>
                  <c:pt idx="202">
                    <c:v>jan/24</c:v>
                  </c:pt>
                  <c:pt idx="203">
                    <c:v>fev/24</c:v>
                  </c:pt>
                  <c:pt idx="204">
                    <c:v>fev/24</c:v>
                  </c:pt>
                  <c:pt idx="205">
                    <c:v>fev/24</c:v>
                  </c:pt>
                  <c:pt idx="206">
                    <c:v>fev/24</c:v>
                  </c:pt>
                  <c:pt idx="207">
                    <c:v>mar/24</c:v>
                  </c:pt>
                  <c:pt idx="208">
                    <c:v>mar/24</c:v>
                  </c:pt>
                  <c:pt idx="209">
                    <c:v>mar/24</c:v>
                  </c:pt>
                  <c:pt idx="210">
                    <c:v>mar/24</c:v>
                  </c:pt>
                  <c:pt idx="211">
                    <c:v>abr/24</c:v>
                  </c:pt>
                  <c:pt idx="212">
                    <c:v>abr/24</c:v>
                  </c:pt>
                  <c:pt idx="213">
                    <c:v>abr/24</c:v>
                  </c:pt>
                  <c:pt idx="214">
                    <c:v>abr/24</c:v>
                  </c:pt>
                  <c:pt idx="215">
                    <c:v>abr/24</c:v>
                  </c:pt>
                  <c:pt idx="216">
                    <c:v>mai/24</c:v>
                  </c:pt>
                  <c:pt idx="217">
                    <c:v>mai/24</c:v>
                  </c:pt>
                  <c:pt idx="218">
                    <c:v>mai/24</c:v>
                  </c:pt>
                  <c:pt idx="219">
                    <c:v>mai/24</c:v>
                  </c:pt>
                  <c:pt idx="220">
                    <c:v>jun/24</c:v>
                  </c:pt>
                  <c:pt idx="221">
                    <c:v>jun/24</c:v>
                  </c:pt>
                  <c:pt idx="222">
                    <c:v>jun/24</c:v>
                  </c:pt>
                  <c:pt idx="223">
                    <c:v>jun/24</c:v>
                  </c:pt>
                  <c:pt idx="224">
                    <c:v>jul/24</c:v>
                  </c:pt>
                  <c:pt idx="225">
                    <c:v>jul/24</c:v>
                  </c:pt>
                  <c:pt idx="226">
                    <c:v>jul/24</c:v>
                  </c:pt>
                  <c:pt idx="227">
                    <c:v>jul/24</c:v>
                  </c:pt>
                  <c:pt idx="228">
                    <c:v>ago/24</c:v>
                  </c:pt>
                  <c:pt idx="229">
                    <c:v>ago/24</c:v>
                  </c:pt>
                  <c:pt idx="230">
                    <c:v>ago/24</c:v>
                  </c:pt>
                  <c:pt idx="231">
                    <c:v>ago/24</c:v>
                  </c:pt>
                  <c:pt idx="232">
                    <c:v>ago/24</c:v>
                  </c:pt>
                  <c:pt idx="233">
                    <c:v>set/24</c:v>
                  </c:pt>
                  <c:pt idx="234">
                    <c:v>set/24</c:v>
                  </c:pt>
                  <c:pt idx="235">
                    <c:v>set/24</c:v>
                  </c:pt>
                  <c:pt idx="236">
                    <c:v>set/24</c:v>
                  </c:pt>
                  <c:pt idx="237">
                    <c:v>out/24</c:v>
                  </c:pt>
                  <c:pt idx="238">
                    <c:v>out/24</c:v>
                  </c:pt>
                  <c:pt idx="239">
                    <c:v>out/24</c:v>
                  </c:pt>
                  <c:pt idx="240">
                    <c:v>out/24</c:v>
                  </c:pt>
                  <c:pt idx="241">
                    <c:v>out/24</c:v>
                  </c:pt>
                  <c:pt idx="242">
                    <c:v>nov/24</c:v>
                  </c:pt>
                  <c:pt idx="243">
                    <c:v>nov/24</c:v>
                  </c:pt>
                  <c:pt idx="244">
                    <c:v>nov/24</c:v>
                  </c:pt>
                  <c:pt idx="245">
                    <c:v>dez/24</c:v>
                  </c:pt>
                  <c:pt idx="246">
                    <c:v>dez/24</c:v>
                  </c:pt>
                  <c:pt idx="247">
                    <c:v>dez/24</c:v>
                  </c:pt>
                  <c:pt idx="248">
                    <c:v>dez/24</c:v>
                  </c:pt>
                  <c:pt idx="249">
                    <c:v>jan/25</c:v>
                  </c:pt>
                  <c:pt idx="250">
                    <c:v>jan/25</c:v>
                  </c:pt>
                  <c:pt idx="251">
                    <c:v>jan/25</c:v>
                  </c:pt>
                  <c:pt idx="252">
                    <c:v>jan/25</c:v>
                  </c:pt>
                  <c:pt idx="253">
                    <c:v>jan/25</c:v>
                  </c:pt>
                  <c:pt idx="254">
                    <c:v>fev/25</c:v>
                  </c:pt>
                  <c:pt idx="255">
                    <c:v>fev/25</c:v>
                  </c:pt>
                  <c:pt idx="256">
                    <c:v>fev/25</c:v>
                  </c:pt>
                  <c:pt idx="257">
                    <c:v>fev/25</c:v>
                  </c:pt>
                  <c:pt idx="258">
                    <c:v>mar/25</c:v>
                  </c:pt>
                  <c:pt idx="259">
                    <c:v>mar/25</c:v>
                  </c:pt>
                  <c:pt idx="260">
                    <c:v>mar/25</c:v>
                  </c:pt>
                  <c:pt idx="261">
                    <c:v>abr/25</c:v>
                  </c:pt>
                  <c:pt idx="262">
                    <c:v>abr/25</c:v>
                  </c:pt>
                  <c:pt idx="263">
                    <c:v>abr/25</c:v>
                  </c:pt>
                  <c:pt idx="264">
                    <c:v>abr/25</c:v>
                  </c:pt>
                  <c:pt idx="265">
                    <c:v>mai/25</c:v>
                  </c:pt>
                  <c:pt idx="266">
                    <c:v>mai/25</c:v>
                  </c:pt>
                  <c:pt idx="267">
                    <c:v>mai/25</c:v>
                  </c:pt>
                  <c:pt idx="268">
                    <c:v>mai/25</c:v>
                  </c:pt>
                  <c:pt idx="269">
                    <c:v>mai/25</c:v>
                  </c:pt>
                  <c:pt idx="270">
                    <c:v>jun/25</c:v>
                  </c:pt>
                  <c:pt idx="271">
                    <c:v>jun/25</c:v>
                  </c:pt>
                  <c:pt idx="272">
                    <c:v>jun/25</c:v>
                  </c:pt>
                  <c:pt idx="273">
                    <c:v>jun/25</c:v>
                  </c:pt>
                  <c:pt idx="274">
                    <c:v>jul/25</c:v>
                  </c:pt>
                  <c:pt idx="275">
                    <c:v>jul/25</c:v>
                  </c:pt>
                  <c:pt idx="276">
                    <c:v>jul/25</c:v>
                  </c:pt>
                  <c:pt idx="277">
                    <c:v>jul/25</c:v>
                  </c:pt>
                  <c:pt idx="278">
                    <c:v>ago/25</c:v>
                  </c:pt>
                  <c:pt idx="279">
                    <c:v>ago/25</c:v>
                  </c:pt>
                  <c:pt idx="280">
                    <c:v>ago/25</c:v>
                  </c:pt>
                  <c:pt idx="281">
                    <c:v>ago/25</c:v>
                  </c:pt>
                  <c:pt idx="282">
                    <c:v>set/25</c:v>
                  </c:pt>
                  <c:pt idx="283">
                    <c:v>set/25</c:v>
                  </c:pt>
                  <c:pt idx="284">
                    <c:v>set/25</c:v>
                  </c:pt>
                  <c:pt idx="285">
                    <c:v>set/25</c:v>
                  </c:pt>
                  <c:pt idx="286">
                    <c:v>set/25</c:v>
                  </c:pt>
                  <c:pt idx="287">
                    <c:v>out/25</c:v>
                  </c:pt>
                  <c:pt idx="288">
                    <c:v>out/25</c:v>
                  </c:pt>
                  <c:pt idx="289">
                    <c:v>out/25</c:v>
                  </c:pt>
                  <c:pt idx="290">
                    <c:v>out/25</c:v>
                  </c:pt>
                  <c:pt idx="291">
                    <c:v>nov/25</c:v>
                  </c:pt>
                  <c:pt idx="292">
                    <c:v>nov/25</c:v>
                  </c:pt>
                  <c:pt idx="293">
                    <c:v>nov/25</c:v>
                  </c:pt>
                  <c:pt idx="294">
                    <c:v>nov/25</c:v>
                  </c:pt>
                  <c:pt idx="295">
                    <c:v>dez/25</c:v>
                  </c:pt>
                  <c:pt idx="296">
                    <c:v>dez/25</c:v>
                  </c:pt>
                  <c:pt idx="297">
                    <c:v>dez/25</c:v>
                  </c:pt>
                  <c:pt idx="298">
                    <c:v>dez/25</c:v>
                  </c:pt>
                  <c:pt idx="299">
                    <c:v>jan/26</c:v>
                  </c:pt>
                  <c:pt idx="300">
                    <c:v>jan/26</c:v>
                  </c:pt>
                  <c:pt idx="301">
                    <c:v>jan/26</c:v>
                  </c:pt>
                  <c:pt idx="302">
                    <c:v>jan/26</c:v>
                  </c:pt>
                  <c:pt idx="303">
                    <c:v>fev/26</c:v>
                  </c:pt>
                  <c:pt idx="304">
                    <c:v>fev/26</c:v>
                  </c:pt>
                  <c:pt idx="305">
                    <c:v>fev/26</c:v>
                  </c:pt>
                  <c:pt idx="306">
                    <c:v>fev/26</c:v>
                  </c:pt>
                  <c:pt idx="307">
                    <c:v>mar/26</c:v>
                  </c:pt>
                  <c:pt idx="308">
                    <c:v>mar/26</c:v>
                  </c:pt>
                  <c:pt idx="309">
                    <c:v>mar/26</c:v>
                  </c:pt>
                  <c:pt idx="310">
                    <c:v>mar/26</c:v>
                  </c:pt>
                  <c:pt idx="311">
                    <c:v>abr/26</c:v>
                  </c:pt>
                  <c:pt idx="312">
                    <c:v>abr/26</c:v>
                  </c:pt>
                  <c:pt idx="313">
                    <c:v>abr/26</c:v>
                  </c:pt>
                  <c:pt idx="314">
                    <c:v>abr/26</c:v>
                  </c:pt>
                  <c:pt idx="315">
                    <c:v>mai/26</c:v>
                  </c:pt>
                  <c:pt idx="316">
                    <c:v>mai/26</c:v>
                  </c:pt>
                  <c:pt idx="317">
                    <c:v>mai/26</c:v>
                  </c:pt>
                  <c:pt idx="318">
                    <c:v>mai/26</c:v>
                  </c:pt>
                  <c:pt idx="319">
                    <c:v>jun/26</c:v>
                  </c:pt>
                  <c:pt idx="320">
                    <c:v>jun/26</c:v>
                  </c:pt>
                  <c:pt idx="321">
                    <c:v>jun/26</c:v>
                  </c:pt>
                  <c:pt idx="322">
                    <c:v>jun/26</c:v>
                  </c:pt>
                  <c:pt idx="323">
                    <c:v>jun/26</c:v>
                  </c:pt>
                  <c:pt idx="324">
                    <c:v>jul/26</c:v>
                  </c:pt>
                  <c:pt idx="325">
                    <c:v>jul/26</c:v>
                  </c:pt>
                  <c:pt idx="326">
                    <c:v>jul/26</c:v>
                  </c:pt>
                  <c:pt idx="327">
                    <c:v>jul/26</c:v>
                  </c:pt>
                  <c:pt idx="328">
                    <c:v>ago/26</c:v>
                  </c:pt>
                  <c:pt idx="329">
                    <c:v>ago/26</c:v>
                  </c:pt>
                  <c:pt idx="330">
                    <c:v>ago/26</c:v>
                  </c:pt>
                  <c:pt idx="331">
                    <c:v>ago/26</c:v>
                  </c:pt>
                  <c:pt idx="332">
                    <c:v>set/26</c:v>
                  </c:pt>
                  <c:pt idx="333">
                    <c:v>set/26</c:v>
                  </c:pt>
                  <c:pt idx="334">
                    <c:v>set/26</c:v>
                  </c:pt>
                  <c:pt idx="335">
                    <c:v>set/26</c:v>
                  </c:pt>
                  <c:pt idx="336">
                    <c:v>set/26</c:v>
                  </c:pt>
                  <c:pt idx="337">
                    <c:v>out/26</c:v>
                  </c:pt>
                  <c:pt idx="338">
                    <c:v>out/26</c:v>
                  </c:pt>
                  <c:pt idx="339">
                    <c:v>out/26</c:v>
                  </c:pt>
                </c:lvl>
              </c:multiLvlStrCache>
            </c:multiLvlStrRef>
          </c:cat>
          <c:val>
            <c:numRef>
              <c:f>Sheet1!$B$2:$B$341</c:f>
              <c:numCache>
                <c:formatCode>General</c:formatCode>
                <c:ptCount val="34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-0.00020045365827914274</c:v>
                </c:pt>
                <c:pt idx="8">
                  <c:v>0.015052247430788368</c:v>
                </c:pt>
                <c:pt idx="9">
                  <c:v>0.006936272041510261</c:v>
                </c:pt>
                <c:pt idx="10">
                  <c:v>-0.014011614802879158</c:v>
                </c:pt>
                <c:pt idx="11">
                  <c:v>-0.03626197087187755</c:v>
                </c:pt>
                <c:pt idx="12">
                  <c:v>-0.02373985143410673</c:v>
                </c:pt>
                <c:pt idx="13">
                  <c:v>-0.009971850168083773</c:v>
                </c:pt>
                <c:pt idx="14">
                  <c:v>-0.009971850168083773</c:v>
                </c:pt>
                <c:pt idx="15">
                  <c:v>-0.009971850168083773</c:v>
                </c:pt>
                <c:pt idx="16">
                  <c:v>-0.009971850168083773</c:v>
                </c:pt>
                <c:pt idx="17">
                  <c:v>-0.003087369980865895</c:v>
                </c:pt>
                <c:pt idx="18">
                  <c:v>-0.003087369980865895</c:v>
                </c:pt>
                <c:pt idx="19">
                  <c:v>-0.0005917698907094149</c:v>
                </c:pt>
                <c:pt idx="20">
                  <c:v>-0.0008718295472529558</c:v>
                </c:pt>
                <c:pt idx="21">
                  <c:v>-0.0008718295472529558</c:v>
                </c:pt>
                <c:pt idx="22">
                  <c:v>-0.0008718295472529558</c:v>
                </c:pt>
                <c:pt idx="23">
                  <c:v>-0.0008718295472529558</c:v>
                </c:pt>
                <c:pt idx="24">
                  <c:v>-0.005212754223673732</c:v>
                </c:pt>
                <c:pt idx="25">
                  <c:v>-0.0024438082358639868</c:v>
                </c:pt>
                <c:pt idx="26">
                  <c:v>-0.0024438082358639868</c:v>
                </c:pt>
                <c:pt idx="27">
                  <c:v>-0.0024438082358639868</c:v>
                </c:pt>
                <c:pt idx="28">
                  <c:v>-0.0024438082358639868</c:v>
                </c:pt>
                <c:pt idx="29">
                  <c:v>-0.0024438082358639868</c:v>
                </c:pt>
                <c:pt idx="30">
                  <c:v>-0.0024438082358639868</c:v>
                </c:pt>
                <c:pt idx="31">
                  <c:v>-0.0024438082358639868</c:v>
                </c:pt>
                <c:pt idx="32">
                  <c:v>-0.0024438082358639868</c:v>
                </c:pt>
                <c:pt idx="33">
                  <c:v>-0.0024438082358639868</c:v>
                </c:pt>
                <c:pt idx="34">
                  <c:v>-0.0024438082358639868</c:v>
                </c:pt>
                <c:pt idx="35">
                  <c:v>-0.0024438082358639868</c:v>
                </c:pt>
                <c:pt idx="36">
                  <c:v>-0.0024438082358639868</c:v>
                </c:pt>
                <c:pt idx="37">
                  <c:v>-0.0024438082358639868</c:v>
                </c:pt>
                <c:pt idx="38">
                  <c:v>-0.0024438082358639868</c:v>
                </c:pt>
                <c:pt idx="39">
                  <c:v>-0.0024438082358639868</c:v>
                </c:pt>
                <c:pt idx="40">
                  <c:v>-0.0024438082358639868</c:v>
                </c:pt>
                <c:pt idx="41">
                  <c:v>-0.0024438082358639868</c:v>
                </c:pt>
                <c:pt idx="42">
                  <c:v>-0.0024438082358639868</c:v>
                </c:pt>
                <c:pt idx="43">
                  <c:v>-0.0024438082358639868</c:v>
                </c:pt>
                <c:pt idx="44">
                  <c:v>-0.0024438082358639868</c:v>
                </c:pt>
                <c:pt idx="45">
                  <c:v>-0.0024438082358639868</c:v>
                </c:pt>
                <c:pt idx="46">
                  <c:v>-0.0024438082358639868</c:v>
                </c:pt>
                <c:pt idx="47">
                  <c:v>-0.0024438082358639868</c:v>
                </c:pt>
                <c:pt idx="48">
                  <c:v>-0.0024438082358639868</c:v>
                </c:pt>
                <c:pt idx="49">
                  <c:v>-0.0024438082358639868</c:v>
                </c:pt>
                <c:pt idx="50">
                  <c:v>-0.0024438082358639868</c:v>
                </c:pt>
                <c:pt idx="51">
                  <c:v>-0.0024438082358639868</c:v>
                </c:pt>
                <c:pt idx="52">
                  <c:v>-0.0024438082358639868</c:v>
                </c:pt>
                <c:pt idx="53">
                  <c:v>-0.0024438082358639868</c:v>
                </c:pt>
                <c:pt idx="54">
                  <c:v>-0.0024438082358639868</c:v>
                </c:pt>
                <c:pt idx="55">
                  <c:v>-0.0024438082358639868</c:v>
                </c:pt>
                <c:pt idx="56">
                  <c:v>-0.0024438082358639868</c:v>
                </c:pt>
                <c:pt idx="57">
                  <c:v>-0.0024438082358639868</c:v>
                </c:pt>
                <c:pt idx="58">
                  <c:v>-0.0024438082358639868</c:v>
                </c:pt>
                <c:pt idx="59">
                  <c:v>-0.0024438082358639868</c:v>
                </c:pt>
                <c:pt idx="60">
                  <c:v>-0.0024438082358639868</c:v>
                </c:pt>
                <c:pt idx="61">
                  <c:v>-0.0024438082358639868</c:v>
                </c:pt>
                <c:pt idx="62">
                  <c:v>-0.0024438082358639868</c:v>
                </c:pt>
                <c:pt idx="63">
                  <c:v>-0.0024438082358639868</c:v>
                </c:pt>
                <c:pt idx="64">
                  <c:v>-0.0024438082358639868</c:v>
                </c:pt>
                <c:pt idx="65">
                  <c:v>-0.0024438082358639868</c:v>
                </c:pt>
                <c:pt idx="66">
                  <c:v>-0.004667021536779448</c:v>
                </c:pt>
                <c:pt idx="67">
                  <c:v>-0.0022989828655282096</c:v>
                </c:pt>
                <c:pt idx="68">
                  <c:v>-0.0022989828655282096</c:v>
                </c:pt>
                <c:pt idx="69">
                  <c:v>-0.0022989828655282096</c:v>
                </c:pt>
                <c:pt idx="70">
                  <c:v>-0.0022989828655282096</c:v>
                </c:pt>
                <c:pt idx="71">
                  <c:v>-0.0022989828655282096</c:v>
                </c:pt>
                <c:pt idx="72">
                  <c:v>-0.0022989828655282096</c:v>
                </c:pt>
                <c:pt idx="73">
                  <c:v>-0.0022989828655282096</c:v>
                </c:pt>
                <c:pt idx="74">
                  <c:v>-0.0022989828655282096</c:v>
                </c:pt>
                <c:pt idx="75">
                  <c:v>-0.0022989828655282096</c:v>
                </c:pt>
                <c:pt idx="76">
                  <c:v>-0.0022989828655282096</c:v>
                </c:pt>
                <c:pt idx="77">
                  <c:v>-0.0022989828655282096</c:v>
                </c:pt>
                <c:pt idx="78">
                  <c:v>-0.0022989828655282096</c:v>
                </c:pt>
                <c:pt idx="79">
                  <c:v>-0.0022989828655282096</c:v>
                </c:pt>
                <c:pt idx="80">
                  <c:v>-0.0022989828655282096</c:v>
                </c:pt>
                <c:pt idx="81">
                  <c:v>-0.006141171167282855</c:v>
                </c:pt>
                <c:pt idx="82">
                  <c:v>-0.01263241690524497</c:v>
                </c:pt>
                <c:pt idx="83">
                  <c:v>-0.010158876308583475</c:v>
                </c:pt>
                <c:pt idx="84">
                  <c:v>-0.010158876308583475</c:v>
                </c:pt>
                <c:pt idx="85">
                  <c:v>-0.010158876308583475</c:v>
                </c:pt>
                <c:pt idx="86">
                  <c:v>-0.010158876308583475</c:v>
                </c:pt>
                <c:pt idx="87">
                  <c:v>-0.010158876308583475</c:v>
                </c:pt>
                <c:pt idx="88">
                  <c:v>-0.010158876308583475</c:v>
                </c:pt>
                <c:pt idx="89">
                  <c:v>-0.010158876308583475</c:v>
                </c:pt>
                <c:pt idx="90">
                  <c:v>-0.010158876308583475</c:v>
                </c:pt>
                <c:pt idx="91">
                  <c:v>-0.010158876308583475</c:v>
                </c:pt>
                <c:pt idx="92">
                  <c:v>-0.010158876308583475</c:v>
                </c:pt>
                <c:pt idx="93">
                  <c:v>-0.010356452641624436</c:v>
                </c:pt>
                <c:pt idx="94">
                  <c:v>-0.00769684501287593</c:v>
                </c:pt>
                <c:pt idx="95">
                  <c:v>-0.00769684501287593</c:v>
                </c:pt>
                <c:pt idx="96">
                  <c:v>-0.00769684501287593</c:v>
                </c:pt>
                <c:pt idx="97">
                  <c:v>-0.00769684501287593</c:v>
                </c:pt>
                <c:pt idx="98">
                  <c:v>-0.00769684501287593</c:v>
                </c:pt>
                <c:pt idx="99">
                  <c:v>-0.00769684501287593</c:v>
                </c:pt>
                <c:pt idx="100">
                  <c:v>-0.00769684501287593</c:v>
                </c:pt>
                <c:pt idx="101">
                  <c:v>-0.00769684501287593</c:v>
                </c:pt>
                <c:pt idx="102">
                  <c:v>-0.00769684501287593</c:v>
                </c:pt>
                <c:pt idx="103">
                  <c:v>-0.00769684501287593</c:v>
                </c:pt>
                <c:pt idx="104">
                  <c:v>-0.00769684501287593</c:v>
                </c:pt>
                <c:pt idx="105">
                  <c:v>-0.00769684501287593</c:v>
                </c:pt>
                <c:pt idx="106">
                  <c:v>-0.00769684501287593</c:v>
                </c:pt>
                <c:pt idx="107">
                  <c:v>-0.00769684501287593</c:v>
                </c:pt>
                <c:pt idx="108">
                  <c:v>-0.00769684501287593</c:v>
                </c:pt>
                <c:pt idx="109">
                  <c:v>-0.00769684501287593</c:v>
                </c:pt>
                <c:pt idx="110">
                  <c:v>-0.00769684501287593</c:v>
                </c:pt>
                <c:pt idx="111">
                  <c:v>-0.00769684501287593</c:v>
                </c:pt>
                <c:pt idx="112">
                  <c:v>-0.00769684501287593</c:v>
                </c:pt>
                <c:pt idx="113">
                  <c:v>-0.00769684501287593</c:v>
                </c:pt>
                <c:pt idx="114">
                  <c:v>-0.00769684501287593</c:v>
                </c:pt>
                <c:pt idx="115">
                  <c:v>-0.00769684501287593</c:v>
                </c:pt>
                <c:pt idx="116">
                  <c:v>-0.00769684501287593</c:v>
                </c:pt>
                <c:pt idx="117">
                  <c:v>-0.00769684501287593</c:v>
                </c:pt>
                <c:pt idx="118">
                  <c:v>-0.00769684501287593</c:v>
                </c:pt>
                <c:pt idx="119">
                  <c:v>-0.00769684501287593</c:v>
                </c:pt>
                <c:pt idx="120">
                  <c:v>-0.00769684501287593</c:v>
                </c:pt>
                <c:pt idx="121">
                  <c:v>-0.00769684501287593</c:v>
                </c:pt>
                <c:pt idx="122">
                  <c:v>-0.00769684501287593</c:v>
                </c:pt>
                <c:pt idx="123">
                  <c:v>-0.00769684501287593</c:v>
                </c:pt>
                <c:pt idx="124">
                  <c:v>-0.00769684501287593</c:v>
                </c:pt>
                <c:pt idx="125">
                  <c:v>-0.00769684501287593</c:v>
                </c:pt>
                <c:pt idx="126">
                  <c:v>-0.00769684501287593</c:v>
                </c:pt>
                <c:pt idx="127">
                  <c:v>-0.00769684501287593</c:v>
                </c:pt>
                <c:pt idx="128">
                  <c:v>-0.00769684501287593</c:v>
                </c:pt>
                <c:pt idx="129">
                  <c:v>-0.00769684501287593</c:v>
                </c:pt>
                <c:pt idx="130">
                  <c:v>-0.00769684501287593</c:v>
                </c:pt>
                <c:pt idx="131">
                  <c:v>-0.00769684501287593</c:v>
                </c:pt>
                <c:pt idx="132">
                  <c:v>-0.00769684501287593</c:v>
                </c:pt>
                <c:pt idx="133">
                  <c:v>-0.00769684501287593</c:v>
                </c:pt>
                <c:pt idx="134">
                  <c:v>-0.00769684501287593</c:v>
                </c:pt>
                <c:pt idx="135">
                  <c:v>-0.00769684501287593</c:v>
                </c:pt>
                <c:pt idx="136">
                  <c:v>-0.00769684501287593</c:v>
                </c:pt>
                <c:pt idx="137">
                  <c:v>-0.00769684501287593</c:v>
                </c:pt>
                <c:pt idx="138">
                  <c:v>-0.008092956787370431</c:v>
                </c:pt>
                <c:pt idx="139">
                  <c:v>-0.005959899677259961</c:v>
                </c:pt>
                <c:pt idx="140">
                  <c:v>-0.0025051911742844934</c:v>
                </c:pt>
                <c:pt idx="141">
                  <c:v>-0.0025051911742844934</c:v>
                </c:pt>
                <c:pt idx="142">
                  <c:v>-0.0025051911742844934</c:v>
                </c:pt>
                <c:pt idx="143">
                  <c:v>-0.0025051911742844934</c:v>
                </c:pt>
                <c:pt idx="144">
                  <c:v>-0.0022951464318767822</c:v>
                </c:pt>
                <c:pt idx="145">
                  <c:v>-0.0026193250754099617</c:v>
                </c:pt>
                <c:pt idx="146">
                  <c:v>-0.0026193250754099617</c:v>
                </c:pt>
                <c:pt idx="147">
                  <c:v>-0.0026193250754099617</c:v>
                </c:pt>
                <c:pt idx="148">
                  <c:v>-0.0026193250754099617</c:v>
                </c:pt>
                <c:pt idx="149">
                  <c:v>-0.0026193250754099617</c:v>
                </c:pt>
                <c:pt idx="150">
                  <c:v>-0.0026193250754099617</c:v>
                </c:pt>
                <c:pt idx="151">
                  <c:v>-0.0026193250754099617</c:v>
                </c:pt>
                <c:pt idx="152">
                  <c:v>-0.0026193250754099617</c:v>
                </c:pt>
                <c:pt idx="153">
                  <c:v>-0.0026193250754099617</c:v>
                </c:pt>
                <c:pt idx="154">
                  <c:v>-0.0026193250754099617</c:v>
                </c:pt>
                <c:pt idx="155">
                  <c:v>-0.0026193250754099617</c:v>
                </c:pt>
                <c:pt idx="156">
                  <c:v>-0.0026193250754099617</c:v>
                </c:pt>
                <c:pt idx="157">
                  <c:v>-0.0026193250754099617</c:v>
                </c:pt>
                <c:pt idx="158">
                  <c:v>-0.0026193250754099617</c:v>
                </c:pt>
                <c:pt idx="159">
                  <c:v>-0.0026193250754099617</c:v>
                </c:pt>
                <c:pt idx="160">
                  <c:v>-0.0026193250754099617</c:v>
                </c:pt>
                <c:pt idx="161">
                  <c:v>-0.0026193250754099617</c:v>
                </c:pt>
                <c:pt idx="162">
                  <c:v>-0.0026193250754099617</c:v>
                </c:pt>
                <c:pt idx="163">
                  <c:v>-0.0026193250754099617</c:v>
                </c:pt>
                <c:pt idx="164">
                  <c:v>-0.0026193250754099617</c:v>
                </c:pt>
                <c:pt idx="165">
                  <c:v>-0.0026193250754099617</c:v>
                </c:pt>
                <c:pt idx="166">
                  <c:v>-0.008244495916595929</c:v>
                </c:pt>
                <c:pt idx="167">
                  <c:v>-0.012156699132486404</c:v>
                </c:pt>
                <c:pt idx="168">
                  <c:v>-0.014746291847098858</c:v>
                </c:pt>
                <c:pt idx="169">
                  <c:v>-0.014746291847098858</c:v>
                </c:pt>
                <c:pt idx="170">
                  <c:v>-0.014746291847098858</c:v>
                </c:pt>
                <c:pt idx="171">
                  <c:v>-0.014746291847098858</c:v>
                </c:pt>
                <c:pt idx="172">
                  <c:v>-0.014746291847098858</c:v>
                </c:pt>
                <c:pt idx="173">
                  <c:v>-0.014746291847098858</c:v>
                </c:pt>
                <c:pt idx="174">
                  <c:v>-0.014746291847098858</c:v>
                </c:pt>
                <c:pt idx="175">
                  <c:v>-0.014746291847098858</c:v>
                </c:pt>
                <c:pt idx="176">
                  <c:v>-0.014746291847098858</c:v>
                </c:pt>
                <c:pt idx="177">
                  <c:v>-0.014746291847098858</c:v>
                </c:pt>
                <c:pt idx="178">
                  <c:v>-0.014746291847098858</c:v>
                </c:pt>
                <c:pt idx="179">
                  <c:v>-0.014746291847098858</c:v>
                </c:pt>
                <c:pt idx="180">
                  <c:v>-0.014746291847098858</c:v>
                </c:pt>
                <c:pt idx="181">
                  <c:v>-0.014746291847098858</c:v>
                </c:pt>
                <c:pt idx="182">
                  <c:v>-0.014746291847098858</c:v>
                </c:pt>
                <c:pt idx="183">
                  <c:v>-0.014746291847098858</c:v>
                </c:pt>
                <c:pt idx="184">
                  <c:v>-0.014746291847098858</c:v>
                </c:pt>
                <c:pt idx="185">
                  <c:v>-0.014746291847098858</c:v>
                </c:pt>
                <c:pt idx="186">
                  <c:v>-0.014746291847098858</c:v>
                </c:pt>
                <c:pt idx="187">
                  <c:v>-0.014746291847098858</c:v>
                </c:pt>
                <c:pt idx="188">
                  <c:v>-0.014746291847098858</c:v>
                </c:pt>
                <c:pt idx="189">
                  <c:v>-0.014746291847098858</c:v>
                </c:pt>
                <c:pt idx="190">
                  <c:v>-0.014746291847098858</c:v>
                </c:pt>
                <c:pt idx="191">
                  <c:v>-0.014746291847098858</c:v>
                </c:pt>
                <c:pt idx="192">
                  <c:v>-0.014185213425599641</c:v>
                </c:pt>
                <c:pt idx="193">
                  <c:v>-0.014185213425599641</c:v>
                </c:pt>
                <c:pt idx="194">
                  <c:v>-0.01627223333189476</c:v>
                </c:pt>
                <c:pt idx="195">
                  <c:v>-0.011883353234832805</c:v>
                </c:pt>
                <c:pt idx="196">
                  <c:v>-0.011883353234832805</c:v>
                </c:pt>
                <c:pt idx="197">
                  <c:v>-0.011883353234832805</c:v>
                </c:pt>
                <c:pt idx="198">
                  <c:v>-0.011883353234832805</c:v>
                </c:pt>
                <c:pt idx="199">
                  <c:v>-0.011883353234832805</c:v>
                </c:pt>
                <c:pt idx="200">
                  <c:v>-0.011883353234832805</c:v>
                </c:pt>
                <c:pt idx="201">
                  <c:v>-0.011883353234832805</c:v>
                </c:pt>
                <c:pt idx="202">
                  <c:v>-0.011883353234832805</c:v>
                </c:pt>
                <c:pt idx="203">
                  <c:v>-0.011883353234832805</c:v>
                </c:pt>
                <c:pt idx="204">
                  <c:v>-0.011883353234832805</c:v>
                </c:pt>
                <c:pt idx="205">
                  <c:v>-0.011883353234832805</c:v>
                </c:pt>
                <c:pt idx="206">
                  <c:v>-0.011883353234832805</c:v>
                </c:pt>
                <c:pt idx="207">
                  <c:v>-0.011883353234832805</c:v>
                </c:pt>
                <c:pt idx="208">
                  <c:v>-0.011883353234832805</c:v>
                </c:pt>
                <c:pt idx="209">
                  <c:v>-0.011883353234832805</c:v>
                </c:pt>
                <c:pt idx="210">
                  <c:v>-0.011883353234832805</c:v>
                </c:pt>
                <c:pt idx="211">
                  <c:v>-0.011883353234832805</c:v>
                </c:pt>
                <c:pt idx="212">
                  <c:v>-0.011883353234832805</c:v>
                </c:pt>
                <c:pt idx="213">
                  <c:v>-0.011883353234832805</c:v>
                </c:pt>
                <c:pt idx="214">
                  <c:v>-0.011883353234832805</c:v>
                </c:pt>
                <c:pt idx="215">
                  <c:v>-0.011883353234832805</c:v>
                </c:pt>
                <c:pt idx="216">
                  <c:v>-0.011883353234832805</c:v>
                </c:pt>
                <c:pt idx="217">
                  <c:v>-0.011883353234832805</c:v>
                </c:pt>
                <c:pt idx="218">
                  <c:v>-0.011883353234832805</c:v>
                </c:pt>
                <c:pt idx="219">
                  <c:v>-0.011883353234832805</c:v>
                </c:pt>
                <c:pt idx="220">
                  <c:v>-0.011883353234832805</c:v>
                </c:pt>
                <c:pt idx="221">
                  <c:v>-0.011883353234832805</c:v>
                </c:pt>
                <c:pt idx="222">
                  <c:v>-0.011883353234832805</c:v>
                </c:pt>
                <c:pt idx="223">
                  <c:v>-0.011883353234832805</c:v>
                </c:pt>
                <c:pt idx="224">
                  <c:v>-0.011883353234832805</c:v>
                </c:pt>
                <c:pt idx="225">
                  <c:v>-0.011883353234832805</c:v>
                </c:pt>
                <c:pt idx="226">
                  <c:v>-0.011883353234832805</c:v>
                </c:pt>
                <c:pt idx="227">
                  <c:v>-0.011883353234832805</c:v>
                </c:pt>
                <c:pt idx="228">
                  <c:v>-0.011883353234832805</c:v>
                </c:pt>
                <c:pt idx="229">
                  <c:v>-0.011883353234832805</c:v>
                </c:pt>
                <c:pt idx="230">
                  <c:v>-0.009313901796889623</c:v>
                </c:pt>
                <c:pt idx="231">
                  <c:v>-0.009313901796889623</c:v>
                </c:pt>
                <c:pt idx="232">
                  <c:v>-0.009313901796889623</c:v>
                </c:pt>
                <c:pt idx="233">
                  <c:v>-0.009313901796889623</c:v>
                </c:pt>
                <c:pt idx="234">
                  <c:v>-0.009313901796889623</c:v>
                </c:pt>
                <c:pt idx="235">
                  <c:v>-0.009313901796889623</c:v>
                </c:pt>
                <c:pt idx="236">
                  <c:v>-0.009313901796889623</c:v>
                </c:pt>
                <c:pt idx="237">
                  <c:v>-0.009313901796889623</c:v>
                </c:pt>
                <c:pt idx="238">
                  <c:v>-0.009313901796889623</c:v>
                </c:pt>
                <c:pt idx="239">
                  <c:v>-0.009313901796889623</c:v>
                </c:pt>
                <c:pt idx="240">
                  <c:v>-0.009313901796889623</c:v>
                </c:pt>
                <c:pt idx="241">
                  <c:v>-0.009313901796889623</c:v>
                </c:pt>
                <c:pt idx="242">
                  <c:v>-0.009313901796889623</c:v>
                </c:pt>
                <c:pt idx="243">
                  <c:v>-0.009313901796889623</c:v>
                </c:pt>
                <c:pt idx="244">
                  <c:v>-0.009313901796889623</c:v>
                </c:pt>
                <c:pt idx="245">
                  <c:v>-0.009313901796889623</c:v>
                </c:pt>
                <c:pt idx="246">
                  <c:v>-0.009313901796889623</c:v>
                </c:pt>
                <c:pt idx="247">
                  <c:v>-0.009313901796889623</c:v>
                </c:pt>
                <c:pt idx="248">
                  <c:v>-0.009313901796889623</c:v>
                </c:pt>
                <c:pt idx="249">
                  <c:v>-0.009313901796889623</c:v>
                </c:pt>
                <c:pt idx="250">
                  <c:v>-0.009313901796889623</c:v>
                </c:pt>
                <c:pt idx="251">
                  <c:v>-0.009313901796889623</c:v>
                </c:pt>
                <c:pt idx="252">
                  <c:v>-0.009313901796889623</c:v>
                </c:pt>
                <c:pt idx="253">
                  <c:v>-0.009313901796889623</c:v>
                </c:pt>
                <c:pt idx="254">
                  <c:v>-0.009313901796889623</c:v>
                </c:pt>
                <c:pt idx="255">
                  <c:v>-0.009313901796889623</c:v>
                </c:pt>
                <c:pt idx="256">
                  <c:v>-0.009313901796889623</c:v>
                </c:pt>
                <c:pt idx="257">
                  <c:v>-0.009313901796889623</c:v>
                </c:pt>
                <c:pt idx="258">
                  <c:v>-0.009313901796889623</c:v>
                </c:pt>
                <c:pt idx="259">
                  <c:v>-0.005961817894085675</c:v>
                </c:pt>
                <c:pt idx="260">
                  <c:v>-0.004736077342502254</c:v>
                </c:pt>
                <c:pt idx="261">
                  <c:v>-0.004736077342502254</c:v>
                </c:pt>
                <c:pt idx="262">
                  <c:v>-0.004736077342502254</c:v>
                </c:pt>
                <c:pt idx="263">
                  <c:v>-0.004736077342502254</c:v>
                </c:pt>
                <c:pt idx="264">
                  <c:v>-0.004736077342502254</c:v>
                </c:pt>
                <c:pt idx="265">
                  <c:v>-0.004736077342502254</c:v>
                </c:pt>
                <c:pt idx="266">
                  <c:v>-0.004736077342502254</c:v>
                </c:pt>
                <c:pt idx="267">
                  <c:v>-0.004736077342502254</c:v>
                </c:pt>
                <c:pt idx="268">
                  <c:v>-0.004191303764020993</c:v>
                </c:pt>
                <c:pt idx="269">
                  <c:v>-0.006309974247938999</c:v>
                </c:pt>
                <c:pt idx="270">
                  <c:v>-0.007035060208030686</c:v>
                </c:pt>
                <c:pt idx="271">
                  <c:v>-0.007035060208030686</c:v>
                </c:pt>
                <c:pt idx="272">
                  <c:v>-0.007035060208030686</c:v>
                </c:pt>
                <c:pt idx="273">
                  <c:v>-0.007035060208030686</c:v>
                </c:pt>
                <c:pt idx="274">
                  <c:v>-0.007035060208030686</c:v>
                </c:pt>
                <c:pt idx="275">
                  <c:v>-0.007035060208030686</c:v>
                </c:pt>
                <c:pt idx="276">
                  <c:v>-0.007035060208030686</c:v>
                </c:pt>
                <c:pt idx="277">
                  <c:v>-0.007035060208030686</c:v>
                </c:pt>
                <c:pt idx="278">
                  <c:v>-0.007035060208030686</c:v>
                </c:pt>
                <c:pt idx="279">
                  <c:v>-0.007035060208030686</c:v>
                </c:pt>
                <c:pt idx="280">
                  <c:v>-0.008627180173310767</c:v>
                </c:pt>
                <c:pt idx="281">
                  <c:v>-0.006665803469095177</c:v>
                </c:pt>
                <c:pt idx="282">
                  <c:v>-0.006665803469095177</c:v>
                </c:pt>
                <c:pt idx="283">
                  <c:v>-0.006665803469095177</c:v>
                </c:pt>
                <c:pt idx="284">
                  <c:v>-0.006665803469095177</c:v>
                </c:pt>
                <c:pt idx="285">
                  <c:v>-0.006665803469095177</c:v>
                </c:pt>
                <c:pt idx="286">
                  <c:v>-0.006665803469095177</c:v>
                </c:pt>
                <c:pt idx="287">
                  <c:v>-0.006665803469095177</c:v>
                </c:pt>
                <c:pt idx="288">
                  <c:v>-0.006665803469095177</c:v>
                </c:pt>
                <c:pt idx="289">
                  <c:v>-0.006665803469095177</c:v>
                </c:pt>
                <c:pt idx="290">
                  <c:v>-0.006665803469095177</c:v>
                </c:pt>
                <c:pt idx="291">
                  <c:v>-0.006665803469095177</c:v>
                </c:pt>
                <c:pt idx="292">
                  <c:v>-0.006665803469095177</c:v>
                </c:pt>
                <c:pt idx="293">
                  <c:v>-0.006665803469095177</c:v>
                </c:pt>
                <c:pt idx="294">
                  <c:v>-0.006665803469095177</c:v>
                </c:pt>
                <c:pt idx="295">
                  <c:v>-0.006665803469095177</c:v>
                </c:pt>
                <c:pt idx="296">
                  <c:v>-0.006665803469095177</c:v>
                </c:pt>
                <c:pt idx="297">
                  <c:v>-0.006665803469095177</c:v>
                </c:pt>
                <c:pt idx="298">
                  <c:v>-0.006665803469095177</c:v>
                </c:pt>
                <c:pt idx="299">
                  <c:v>-0.006665803469095177</c:v>
                </c:pt>
                <c:pt idx="300">
                  <c:v>-0.006665803469095177</c:v>
                </c:pt>
                <c:pt idx="301">
                  <c:v>-0.006665803469095177</c:v>
                </c:pt>
                <c:pt idx="302">
                  <c:v>-0.006665803469095177</c:v>
                </c:pt>
                <c:pt idx="303">
                  <c:v>-0.006665803469095177</c:v>
                </c:pt>
                <c:pt idx="304">
                  <c:v>-0.006665803469095177</c:v>
                </c:pt>
                <c:pt idx="305">
                  <c:v>-0.006665803469095177</c:v>
                </c:pt>
                <c:pt idx="306">
                  <c:v>-0.006665803469095177</c:v>
                </c:pt>
                <c:pt idx="307">
                  <c:v>-0.006665803469095177</c:v>
                </c:pt>
                <c:pt idx="308">
                  <c:v>-0.006665803469095177</c:v>
                </c:pt>
                <c:pt idx="309">
                  <c:v>0.000008631975715323037</c:v>
                </c:pt>
                <c:pt idx="310">
                  <c:v>0.000008631975715323037</c:v>
                </c:pt>
                <c:pt idx="311">
                  <c:v>0.000008631975715323037</c:v>
                </c:pt>
                <c:pt idx="312">
                  <c:v>0.000008631975715323037</c:v>
                </c:pt>
                <c:pt idx="313">
                  <c:v>-0.005174389887160902</c:v>
                </c:pt>
                <c:pt idx="314">
                  <c:v>0.024370944769741998</c:v>
                </c:pt>
                <c:pt idx="315">
                  <c:v>0.024370944769741998</c:v>
                </c:pt>
                <c:pt idx="316">
                  <c:v>0.024370944769741998</c:v>
                </c:pt>
                <c:pt idx="317">
                  <c:v>0.024370944769741998</c:v>
                </c:pt>
                <c:pt idx="318">
                  <c:v>0.024370944769741998</c:v>
                </c:pt>
                <c:pt idx="319">
                  <c:v>0.024370944769741998</c:v>
                </c:pt>
                <c:pt idx="320">
                  <c:v>0.028761743083629554</c:v>
                </c:pt>
                <c:pt idx="321">
                  <c:v>0.03035098572367123</c:v>
                </c:pt>
                <c:pt idx="322">
                  <c:v>0.03035098572367123</c:v>
                </c:pt>
                <c:pt idx="323">
                  <c:v>0.03035098572367123</c:v>
                </c:pt>
                <c:pt idx="324">
                  <c:v>0.03035098572367123</c:v>
                </c:pt>
                <c:pt idx="325">
                  <c:v>0.03035098572367123</c:v>
                </c:pt>
                <c:pt idx="326">
                  <c:v>0.03035098572367123</c:v>
                </c:pt>
                <c:pt idx="327">
                  <c:v>0.03035098572367123</c:v>
                </c:pt>
                <c:pt idx="328">
                  <c:v>0.03035098572367123</c:v>
                </c:pt>
                <c:pt idx="329">
                  <c:v>0.03035098572367123</c:v>
                </c:pt>
                <c:pt idx="330">
                  <c:v>0.03035098572367123</c:v>
                </c:pt>
                <c:pt idx="331">
                  <c:v>0.03035098572367123</c:v>
                </c:pt>
                <c:pt idx="332">
                  <c:v>0.03035098572367123</c:v>
                </c:pt>
                <c:pt idx="333">
                  <c:v>0.03035098572367123</c:v>
                </c:pt>
                <c:pt idx="334">
                  <c:v>0.03035098572367123</c:v>
                </c:pt>
                <c:pt idx="335">
                  <c:v>0.03035098572367123</c:v>
                </c:pt>
                <c:pt idx="336">
                  <c:v>0.03035098572367123</c:v>
                </c:pt>
                <c:pt idx="337">
                  <c:v>0.03720381533326633</c:v>
                </c:pt>
                <c:pt idx="338">
                  <c:v>0.04092419686659299</c:v>
                </c:pt>
                <c:pt idx="339">
                  <c:v>0.04092419686659299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55556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7C7D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4"/>
      </c:catAx>
      <c:valAx>
        <c:axId val="2094734552"/>
        <c:scaling>
          <c:orientation val="minMax"/>
          <c:max val="0.06"/>
          <c:min val="-0.06"/>
        </c:scaling>
        <c:delete val="0"/>
        <c:axPos val="l"/>
        <c:majorGridlines>
          <c:spPr>
            <a:ln w="6350" cap="flat">
              <a:solidFill>
                <a:srgbClr val="3A3A55"/>
              </a:solidFill>
              <a:prstDash val="solid"/>
              <a:round/>
            </a:ln>
          </c:spPr>
        </c:majorGridlines>
        <c:numFmt formatCode="0%;&quot;−&quot;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7C7D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Log-preço desde o início da formação (2014)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GGBR4 (Gerdau)</c:v>
                </c:pt>
              </c:strCache>
            </c:strRef>
          </c:tx>
          <c:spPr>
            <a:solidFill>
              <a:srgbClr val="7B2FBE"/>
            </a:solidFill>
            <a:ln w="25400" cap="flat">
              <a:solidFill>
                <a:srgbClr val="7B2FB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B2FBE"/>
              </a:solidFill>
              <a:ln w="9525" cap="flat">
                <a:solidFill>
                  <a:srgbClr val="7B2F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Sheet1!$A$2:$A$253</c:f>
              <c:multiLvlStrCache>
                <c:ptCount val="252"/>
                <c:lvl>
                  <c:pt idx="0">
                    <c:v>dez/13</c:v>
                  </c:pt>
                  <c:pt idx="1">
                    <c:v>dez/13</c:v>
                  </c:pt>
                  <c:pt idx="2">
                    <c:v>dez/13</c:v>
                  </c:pt>
                  <c:pt idx="3">
                    <c:v>dez/13</c:v>
                  </c:pt>
                  <c:pt idx="4">
                    <c:v>jan/14</c:v>
                  </c:pt>
                  <c:pt idx="5">
                    <c:v>jan/14</c:v>
                  </c:pt>
                  <c:pt idx="6">
                    <c:v>jan/14</c:v>
                  </c:pt>
                  <c:pt idx="7">
                    <c:v>jan/14</c:v>
                  </c:pt>
                  <c:pt idx="8">
                    <c:v>jan/14</c:v>
                  </c:pt>
                  <c:pt idx="9">
                    <c:v>jan/14</c:v>
                  </c:pt>
                  <c:pt idx="10">
                    <c:v>jan/14</c:v>
                  </c:pt>
                  <c:pt idx="11">
                    <c:v>jan/14</c:v>
                  </c:pt>
                  <c:pt idx="12">
                    <c:v>jan/14</c:v>
                  </c:pt>
                  <c:pt idx="13">
                    <c:v>jan/14</c:v>
                  </c:pt>
                  <c:pt idx="14">
                    <c:v>jan/14</c:v>
                  </c:pt>
                  <c:pt idx="15">
                    <c:v>jan/14</c:v>
                  </c:pt>
                  <c:pt idx="16">
                    <c:v>jan/14</c:v>
                  </c:pt>
                  <c:pt idx="17">
                    <c:v>jan/14</c:v>
                  </c:pt>
                  <c:pt idx="18">
                    <c:v>jan/14</c:v>
                  </c:pt>
                  <c:pt idx="19">
                    <c:v>jan/14</c:v>
                  </c:pt>
                  <c:pt idx="20">
                    <c:v>jan/14</c:v>
                  </c:pt>
                  <c:pt idx="21">
                    <c:v>jan/14</c:v>
                  </c:pt>
                  <c:pt idx="22">
                    <c:v>jan/14</c:v>
                  </c:pt>
                  <c:pt idx="23">
                    <c:v>jan/14</c:v>
                  </c:pt>
                  <c:pt idx="24">
                    <c:v>jan/14</c:v>
                  </c:pt>
                  <c:pt idx="25">
                    <c:v>jan/14</c:v>
                  </c:pt>
                  <c:pt idx="26">
                    <c:v>fev/14</c:v>
                  </c:pt>
                  <c:pt idx="27">
                    <c:v>fev/14</c:v>
                  </c:pt>
                  <c:pt idx="28">
                    <c:v>fev/14</c:v>
                  </c:pt>
                  <c:pt idx="29">
                    <c:v>fev/14</c:v>
                  </c:pt>
                  <c:pt idx="30">
                    <c:v>fev/14</c:v>
                  </c:pt>
                  <c:pt idx="31">
                    <c:v>fev/14</c:v>
                  </c:pt>
                  <c:pt idx="32">
                    <c:v>fev/14</c:v>
                  </c:pt>
                  <c:pt idx="33">
                    <c:v>fev/14</c:v>
                  </c:pt>
                  <c:pt idx="34">
                    <c:v>fev/14</c:v>
                  </c:pt>
                  <c:pt idx="35">
                    <c:v>fev/14</c:v>
                  </c:pt>
                  <c:pt idx="36">
                    <c:v>fev/14</c:v>
                  </c:pt>
                  <c:pt idx="37">
                    <c:v>fev/14</c:v>
                  </c:pt>
                  <c:pt idx="38">
                    <c:v>fev/14</c:v>
                  </c:pt>
                  <c:pt idx="39">
                    <c:v>fev/14</c:v>
                  </c:pt>
                  <c:pt idx="40">
                    <c:v>fev/14</c:v>
                  </c:pt>
                  <c:pt idx="41">
                    <c:v>fev/14</c:v>
                  </c:pt>
                  <c:pt idx="42">
                    <c:v>fev/14</c:v>
                  </c:pt>
                  <c:pt idx="43">
                    <c:v>fev/14</c:v>
                  </c:pt>
                  <c:pt idx="44">
                    <c:v>fev/14</c:v>
                  </c:pt>
                  <c:pt idx="45">
                    <c:v>fev/14</c:v>
                  </c:pt>
                  <c:pt idx="46">
                    <c:v>mar/14</c:v>
                  </c:pt>
                  <c:pt idx="47">
                    <c:v>mar/14</c:v>
                  </c:pt>
                  <c:pt idx="48">
                    <c:v>mar/14</c:v>
                  </c:pt>
                  <c:pt idx="49">
                    <c:v>mar/14</c:v>
                  </c:pt>
                  <c:pt idx="50">
                    <c:v>mar/14</c:v>
                  </c:pt>
                  <c:pt idx="51">
                    <c:v>mar/14</c:v>
                  </c:pt>
                  <c:pt idx="52">
                    <c:v>mar/14</c:v>
                  </c:pt>
                  <c:pt idx="53">
                    <c:v>mar/14</c:v>
                  </c:pt>
                  <c:pt idx="54">
                    <c:v>mar/14</c:v>
                  </c:pt>
                  <c:pt idx="55">
                    <c:v>mar/14</c:v>
                  </c:pt>
                  <c:pt idx="56">
                    <c:v>mar/14</c:v>
                  </c:pt>
                  <c:pt idx="57">
                    <c:v>mar/14</c:v>
                  </c:pt>
                  <c:pt idx="58">
                    <c:v>mar/14</c:v>
                  </c:pt>
                  <c:pt idx="59">
                    <c:v>mar/14</c:v>
                  </c:pt>
                  <c:pt idx="60">
                    <c:v>mar/14</c:v>
                  </c:pt>
                  <c:pt idx="61">
                    <c:v>mar/14</c:v>
                  </c:pt>
                  <c:pt idx="62">
                    <c:v>mar/14</c:v>
                  </c:pt>
                  <c:pt idx="63">
                    <c:v>mar/14</c:v>
                  </c:pt>
                  <c:pt idx="64">
                    <c:v>mar/14</c:v>
                  </c:pt>
                  <c:pt idx="65">
                    <c:v>abr/14</c:v>
                  </c:pt>
                  <c:pt idx="66">
                    <c:v>abr/14</c:v>
                  </c:pt>
                  <c:pt idx="67">
                    <c:v>abr/14</c:v>
                  </c:pt>
                  <c:pt idx="68">
                    <c:v>abr/14</c:v>
                  </c:pt>
                  <c:pt idx="69">
                    <c:v>abr/14</c:v>
                  </c:pt>
                  <c:pt idx="70">
                    <c:v>abr/14</c:v>
                  </c:pt>
                  <c:pt idx="71">
                    <c:v>abr/14</c:v>
                  </c:pt>
                  <c:pt idx="72">
                    <c:v>abr/14</c:v>
                  </c:pt>
                  <c:pt idx="73">
                    <c:v>abr/14</c:v>
                  </c:pt>
                  <c:pt idx="74">
                    <c:v>abr/14</c:v>
                  </c:pt>
                  <c:pt idx="75">
                    <c:v>abr/14</c:v>
                  </c:pt>
                  <c:pt idx="76">
                    <c:v>abr/14</c:v>
                  </c:pt>
                  <c:pt idx="77">
                    <c:v>abr/14</c:v>
                  </c:pt>
                  <c:pt idx="78">
                    <c:v>abr/14</c:v>
                  </c:pt>
                  <c:pt idx="79">
                    <c:v>abr/14</c:v>
                  </c:pt>
                  <c:pt idx="80">
                    <c:v>abr/14</c:v>
                  </c:pt>
                  <c:pt idx="81">
                    <c:v>abr/14</c:v>
                  </c:pt>
                  <c:pt idx="82">
                    <c:v>abr/14</c:v>
                  </c:pt>
                  <c:pt idx="83">
                    <c:v>abr/14</c:v>
                  </c:pt>
                  <c:pt idx="84">
                    <c:v>abr/14</c:v>
                  </c:pt>
                  <c:pt idx="85">
                    <c:v>mai/14</c:v>
                  </c:pt>
                  <c:pt idx="86">
                    <c:v>mai/14</c:v>
                  </c:pt>
                  <c:pt idx="87">
                    <c:v>mai/14</c:v>
                  </c:pt>
                  <c:pt idx="88">
                    <c:v>mai/14</c:v>
                  </c:pt>
                  <c:pt idx="89">
                    <c:v>mai/14</c:v>
                  </c:pt>
                  <c:pt idx="90">
                    <c:v>mai/14</c:v>
                  </c:pt>
                  <c:pt idx="91">
                    <c:v>mai/14</c:v>
                  </c:pt>
                  <c:pt idx="92">
                    <c:v>mai/14</c:v>
                  </c:pt>
                  <c:pt idx="93">
                    <c:v>mai/14</c:v>
                  </c:pt>
                  <c:pt idx="94">
                    <c:v>mai/14</c:v>
                  </c:pt>
                  <c:pt idx="95">
                    <c:v>mai/14</c:v>
                  </c:pt>
                  <c:pt idx="96">
                    <c:v>mai/14</c:v>
                  </c:pt>
                  <c:pt idx="97">
                    <c:v>mai/14</c:v>
                  </c:pt>
                  <c:pt idx="98">
                    <c:v>mai/14</c:v>
                  </c:pt>
                  <c:pt idx="99">
                    <c:v>mai/14</c:v>
                  </c:pt>
                  <c:pt idx="100">
                    <c:v>mai/14</c:v>
                  </c:pt>
                  <c:pt idx="101">
                    <c:v>mai/14</c:v>
                  </c:pt>
                  <c:pt idx="102">
                    <c:v>mai/14</c:v>
                  </c:pt>
                  <c:pt idx="103">
                    <c:v>mai/14</c:v>
                  </c:pt>
                  <c:pt idx="104">
                    <c:v>mai/14</c:v>
                  </c:pt>
                  <c:pt idx="105">
                    <c:v>mai/14</c:v>
                  </c:pt>
                  <c:pt idx="106">
                    <c:v>jun/14</c:v>
                  </c:pt>
                  <c:pt idx="107">
                    <c:v>jun/14</c:v>
                  </c:pt>
                  <c:pt idx="108">
                    <c:v>jun/14</c:v>
                  </c:pt>
                  <c:pt idx="109">
                    <c:v>jun/14</c:v>
                  </c:pt>
                  <c:pt idx="110">
                    <c:v>jun/14</c:v>
                  </c:pt>
                  <c:pt idx="111">
                    <c:v>jun/14</c:v>
                  </c:pt>
                  <c:pt idx="112">
                    <c:v>jun/14</c:v>
                  </c:pt>
                  <c:pt idx="113">
                    <c:v>jun/14</c:v>
                  </c:pt>
                  <c:pt idx="114">
                    <c:v>jun/14</c:v>
                  </c:pt>
                  <c:pt idx="115">
                    <c:v>jun/14</c:v>
                  </c:pt>
                  <c:pt idx="116">
                    <c:v>jun/14</c:v>
                  </c:pt>
                  <c:pt idx="117">
                    <c:v>jun/14</c:v>
                  </c:pt>
                  <c:pt idx="118">
                    <c:v>jun/14</c:v>
                  </c:pt>
                  <c:pt idx="119">
                    <c:v>jun/14</c:v>
                  </c:pt>
                  <c:pt idx="120">
                    <c:v>jun/14</c:v>
                  </c:pt>
                  <c:pt idx="121">
                    <c:v>jun/14</c:v>
                  </c:pt>
                  <c:pt idx="122">
                    <c:v>jun/14</c:v>
                  </c:pt>
                  <c:pt idx="123">
                    <c:v>jun/14</c:v>
                  </c:pt>
                  <c:pt idx="124">
                    <c:v>jun/14</c:v>
                  </c:pt>
                  <c:pt idx="125">
                    <c:v>jul/14</c:v>
                  </c:pt>
                  <c:pt idx="126">
                    <c:v>jul/14</c:v>
                  </c:pt>
                  <c:pt idx="127">
                    <c:v>jul/14</c:v>
                  </c:pt>
                  <c:pt idx="128">
                    <c:v>jul/14</c:v>
                  </c:pt>
                  <c:pt idx="129">
                    <c:v>jul/14</c:v>
                  </c:pt>
                  <c:pt idx="130">
                    <c:v>jul/14</c:v>
                  </c:pt>
                  <c:pt idx="131">
                    <c:v>jul/14</c:v>
                  </c:pt>
                  <c:pt idx="132">
                    <c:v>jul/14</c:v>
                  </c:pt>
                  <c:pt idx="133">
                    <c:v>jul/14</c:v>
                  </c:pt>
                  <c:pt idx="134">
                    <c:v>jul/14</c:v>
                  </c:pt>
                  <c:pt idx="135">
                    <c:v>jul/14</c:v>
                  </c:pt>
                  <c:pt idx="136">
                    <c:v>jul/14</c:v>
                  </c:pt>
                  <c:pt idx="137">
                    <c:v>jul/14</c:v>
                  </c:pt>
                  <c:pt idx="138">
                    <c:v>jul/14</c:v>
                  </c:pt>
                  <c:pt idx="139">
                    <c:v>jul/14</c:v>
                  </c:pt>
                  <c:pt idx="140">
                    <c:v>jul/14</c:v>
                  </c:pt>
                  <c:pt idx="141">
                    <c:v>jul/14</c:v>
                  </c:pt>
                  <c:pt idx="142">
                    <c:v>jul/14</c:v>
                  </c:pt>
                  <c:pt idx="143">
                    <c:v>jul/14</c:v>
                  </c:pt>
                  <c:pt idx="144">
                    <c:v>jul/14</c:v>
                  </c:pt>
                  <c:pt idx="145">
                    <c:v>jul/14</c:v>
                  </c:pt>
                  <c:pt idx="146">
                    <c:v>jul/14</c:v>
                  </c:pt>
                  <c:pt idx="147">
                    <c:v>ago/14</c:v>
                  </c:pt>
                  <c:pt idx="148">
                    <c:v>ago/14</c:v>
                  </c:pt>
                  <c:pt idx="149">
                    <c:v>ago/14</c:v>
                  </c:pt>
                  <c:pt idx="150">
                    <c:v>ago/14</c:v>
                  </c:pt>
                  <c:pt idx="151">
                    <c:v>ago/14</c:v>
                  </c:pt>
                  <c:pt idx="152">
                    <c:v>ago/14</c:v>
                  </c:pt>
                  <c:pt idx="153">
                    <c:v>ago/14</c:v>
                  </c:pt>
                  <c:pt idx="154">
                    <c:v>ago/14</c:v>
                  </c:pt>
                  <c:pt idx="155">
                    <c:v>ago/14</c:v>
                  </c:pt>
                  <c:pt idx="156">
                    <c:v>ago/14</c:v>
                  </c:pt>
                  <c:pt idx="157">
                    <c:v>ago/14</c:v>
                  </c:pt>
                  <c:pt idx="158">
                    <c:v>ago/14</c:v>
                  </c:pt>
                  <c:pt idx="159">
                    <c:v>ago/14</c:v>
                  </c:pt>
                  <c:pt idx="160">
                    <c:v>ago/14</c:v>
                  </c:pt>
                  <c:pt idx="161">
                    <c:v>ago/14</c:v>
                  </c:pt>
                  <c:pt idx="162">
                    <c:v>ago/14</c:v>
                  </c:pt>
                  <c:pt idx="163">
                    <c:v>ago/14</c:v>
                  </c:pt>
                  <c:pt idx="164">
                    <c:v>ago/14</c:v>
                  </c:pt>
                  <c:pt idx="165">
                    <c:v>ago/14</c:v>
                  </c:pt>
                  <c:pt idx="166">
                    <c:v>ago/14</c:v>
                  </c:pt>
                  <c:pt idx="167">
                    <c:v>ago/14</c:v>
                  </c:pt>
                  <c:pt idx="168">
                    <c:v>set/14</c:v>
                  </c:pt>
                  <c:pt idx="169">
                    <c:v>set/14</c:v>
                  </c:pt>
                  <c:pt idx="170">
                    <c:v>set/14</c:v>
                  </c:pt>
                  <c:pt idx="171">
                    <c:v>set/14</c:v>
                  </c:pt>
                  <c:pt idx="172">
                    <c:v>set/14</c:v>
                  </c:pt>
                  <c:pt idx="173">
                    <c:v>set/14</c:v>
                  </c:pt>
                  <c:pt idx="174">
                    <c:v>set/14</c:v>
                  </c:pt>
                  <c:pt idx="175">
                    <c:v>set/14</c:v>
                  </c:pt>
                  <c:pt idx="176">
                    <c:v>set/14</c:v>
                  </c:pt>
                  <c:pt idx="177">
                    <c:v>set/14</c:v>
                  </c:pt>
                  <c:pt idx="178">
                    <c:v>set/14</c:v>
                  </c:pt>
                  <c:pt idx="179">
                    <c:v>set/14</c:v>
                  </c:pt>
                  <c:pt idx="180">
                    <c:v>set/14</c:v>
                  </c:pt>
                  <c:pt idx="181">
                    <c:v>set/14</c:v>
                  </c:pt>
                  <c:pt idx="182">
                    <c:v>set/14</c:v>
                  </c:pt>
                  <c:pt idx="183">
                    <c:v>set/14</c:v>
                  </c:pt>
                  <c:pt idx="184">
                    <c:v>set/14</c:v>
                  </c:pt>
                  <c:pt idx="185">
                    <c:v>set/14</c:v>
                  </c:pt>
                  <c:pt idx="186">
                    <c:v>set/14</c:v>
                  </c:pt>
                  <c:pt idx="187">
                    <c:v>set/14</c:v>
                  </c:pt>
                  <c:pt idx="188">
                    <c:v>set/14</c:v>
                  </c:pt>
                  <c:pt idx="189">
                    <c:v>set/14</c:v>
                  </c:pt>
                  <c:pt idx="190">
                    <c:v>out/14</c:v>
                  </c:pt>
                  <c:pt idx="191">
                    <c:v>out/14</c:v>
                  </c:pt>
                  <c:pt idx="192">
                    <c:v>out/14</c:v>
                  </c:pt>
                  <c:pt idx="193">
                    <c:v>out/14</c:v>
                  </c:pt>
                  <c:pt idx="194">
                    <c:v>out/14</c:v>
                  </c:pt>
                  <c:pt idx="195">
                    <c:v>out/14</c:v>
                  </c:pt>
                  <c:pt idx="196">
                    <c:v>out/14</c:v>
                  </c:pt>
                  <c:pt idx="197">
                    <c:v>out/14</c:v>
                  </c:pt>
                  <c:pt idx="198">
                    <c:v>out/14</c:v>
                  </c:pt>
                  <c:pt idx="199">
                    <c:v>out/14</c:v>
                  </c:pt>
                  <c:pt idx="200">
                    <c:v>out/14</c:v>
                  </c:pt>
                  <c:pt idx="201">
                    <c:v>out/14</c:v>
                  </c:pt>
                  <c:pt idx="202">
                    <c:v>out/14</c:v>
                  </c:pt>
                  <c:pt idx="203">
                    <c:v>out/14</c:v>
                  </c:pt>
                  <c:pt idx="204">
                    <c:v>out/14</c:v>
                  </c:pt>
                  <c:pt idx="205">
                    <c:v>out/14</c:v>
                  </c:pt>
                  <c:pt idx="206">
                    <c:v>out/14</c:v>
                  </c:pt>
                  <c:pt idx="207">
                    <c:v>out/14</c:v>
                  </c:pt>
                  <c:pt idx="208">
                    <c:v>out/14</c:v>
                  </c:pt>
                  <c:pt idx="209">
                    <c:v>out/14</c:v>
                  </c:pt>
                  <c:pt idx="210">
                    <c:v>out/14</c:v>
                  </c:pt>
                  <c:pt idx="211">
                    <c:v>out/14</c:v>
                  </c:pt>
                  <c:pt idx="212">
                    <c:v>out/14</c:v>
                  </c:pt>
                  <c:pt idx="213">
                    <c:v>nov/14</c:v>
                  </c:pt>
                  <c:pt idx="214">
                    <c:v>nov/14</c:v>
                  </c:pt>
                  <c:pt idx="215">
                    <c:v>nov/14</c:v>
                  </c:pt>
                  <c:pt idx="216">
                    <c:v>nov/14</c:v>
                  </c:pt>
                  <c:pt idx="217">
                    <c:v>nov/14</c:v>
                  </c:pt>
                  <c:pt idx="218">
                    <c:v>nov/14</c:v>
                  </c:pt>
                  <c:pt idx="219">
                    <c:v>nov/14</c:v>
                  </c:pt>
                  <c:pt idx="220">
                    <c:v>nov/14</c:v>
                  </c:pt>
                  <c:pt idx="221">
                    <c:v>nov/14</c:v>
                  </c:pt>
                  <c:pt idx="222">
                    <c:v>nov/14</c:v>
                  </c:pt>
                  <c:pt idx="223">
                    <c:v>nov/14</c:v>
                  </c:pt>
                  <c:pt idx="224">
                    <c:v>nov/14</c:v>
                  </c:pt>
                  <c:pt idx="225">
                    <c:v>nov/14</c:v>
                  </c:pt>
                  <c:pt idx="226">
                    <c:v>nov/14</c:v>
                  </c:pt>
                  <c:pt idx="227">
                    <c:v>nov/14</c:v>
                  </c:pt>
                  <c:pt idx="228">
                    <c:v>nov/14</c:v>
                  </c:pt>
                  <c:pt idx="229">
                    <c:v>nov/14</c:v>
                  </c:pt>
                  <c:pt idx="230">
                    <c:v>nov/14</c:v>
                  </c:pt>
                  <c:pt idx="231">
                    <c:v>nov/14</c:v>
                  </c:pt>
                  <c:pt idx="232">
                    <c:v>dez/14</c:v>
                  </c:pt>
                  <c:pt idx="233">
                    <c:v>dez/14</c:v>
                  </c:pt>
                  <c:pt idx="234">
                    <c:v>dez/14</c:v>
                  </c:pt>
                  <c:pt idx="235">
                    <c:v>dez/14</c:v>
                  </c:pt>
                  <c:pt idx="236">
                    <c:v>dez/14</c:v>
                  </c:pt>
                  <c:pt idx="237">
                    <c:v>dez/14</c:v>
                  </c:pt>
                  <c:pt idx="238">
                    <c:v>dez/14</c:v>
                  </c:pt>
                  <c:pt idx="239">
                    <c:v>dez/14</c:v>
                  </c:pt>
                  <c:pt idx="240">
                    <c:v>dez/14</c:v>
                  </c:pt>
                  <c:pt idx="241">
                    <c:v>dez/14</c:v>
                  </c:pt>
                  <c:pt idx="242">
                    <c:v>dez/14</c:v>
                  </c:pt>
                  <c:pt idx="243">
                    <c:v>dez/14</c:v>
                  </c:pt>
                  <c:pt idx="244">
                    <c:v>dez/14</c:v>
                  </c:pt>
                  <c:pt idx="245">
                    <c:v>dez/14</c:v>
                  </c:pt>
                  <c:pt idx="246">
                    <c:v>dez/14</c:v>
                  </c:pt>
                  <c:pt idx="247">
                    <c:v>dez/14</c:v>
                  </c:pt>
                  <c:pt idx="248">
                    <c:v>dez/14</c:v>
                  </c:pt>
                  <c:pt idx="249">
                    <c:v>dez/14</c:v>
                  </c:pt>
                  <c:pt idx="250">
                    <c:v>dez/14</c:v>
                  </c:pt>
                  <c:pt idx="251">
                    <c:v>dez/14</c:v>
                  </c:pt>
                </c:lvl>
              </c:multiLvlStrCache>
            </c:multiLvlStrRef>
          </c:cat>
          <c:val>
            <c:numRef>
              <c:f>Sheet1!$B$2:$B$253</c:f>
              <c:numCache>
                <c:formatCode>General</c:formatCode>
                <c:ptCount val="252"/>
                <c:pt idx="0">
                  <c:v>0</c:v>
                </c:pt>
                <c:pt idx="1">
                  <c:v>-0.010136</c:v>
                </c:pt>
                <c:pt idx="2">
                  <c:v>-0.024175</c:v>
                </c:pt>
                <c:pt idx="3">
                  <c:v>-0.026898</c:v>
                </c:pt>
                <c:pt idx="4">
                  <c:v>-0.032365</c:v>
                </c:pt>
                <c:pt idx="5">
                  <c:v>-0.04007</c:v>
                </c:pt>
                <c:pt idx="6">
                  <c:v>-0.046166</c:v>
                </c:pt>
                <c:pt idx="7">
                  <c:v>-0.047279</c:v>
                </c:pt>
                <c:pt idx="8">
                  <c:v>-0.04561</c:v>
                </c:pt>
                <c:pt idx="9">
                  <c:v>-0.0523</c:v>
                </c:pt>
                <c:pt idx="10">
                  <c:v>-0.043945</c:v>
                </c:pt>
                <c:pt idx="11">
                  <c:v>-0.065246</c:v>
                </c:pt>
                <c:pt idx="12">
                  <c:v>-0.091073</c:v>
                </c:pt>
                <c:pt idx="13">
                  <c:v>-0.076643</c:v>
                </c:pt>
                <c:pt idx="14">
                  <c:v>-0.077216</c:v>
                </c:pt>
                <c:pt idx="15">
                  <c:v>-0.085854</c:v>
                </c:pt>
                <c:pt idx="16">
                  <c:v>-0.097489</c:v>
                </c:pt>
                <c:pt idx="17">
                  <c:v>-0.114604</c:v>
                </c:pt>
                <c:pt idx="18">
                  <c:v>-0.100419</c:v>
                </c:pt>
                <c:pt idx="19">
                  <c:v>-0.105714</c:v>
                </c:pt>
                <c:pt idx="20">
                  <c:v>-0.105714</c:v>
                </c:pt>
                <c:pt idx="21">
                  <c:v>-0.119975</c:v>
                </c:pt>
                <c:pt idx="22">
                  <c:v>-0.121173</c:v>
                </c:pt>
                <c:pt idx="23">
                  <c:v>-0.095151</c:v>
                </c:pt>
                <c:pt idx="24">
                  <c:v>-0.106895</c:v>
                </c:pt>
                <c:pt idx="25">
                  <c:v>-0.093984</c:v>
                </c:pt>
                <c:pt idx="26">
                  <c:v>-0.130201</c:v>
                </c:pt>
                <c:pt idx="27">
                  <c:v>-0.137482</c:v>
                </c:pt>
                <c:pt idx="28">
                  <c:v>-0.151588</c:v>
                </c:pt>
                <c:pt idx="29">
                  <c:v>-0.133835</c:v>
                </c:pt>
                <c:pt idx="30">
                  <c:v>-0.104535</c:v>
                </c:pt>
                <c:pt idx="31">
                  <c:v>-0.138091</c:v>
                </c:pt>
                <c:pt idx="32">
                  <c:v>-0.132016</c:v>
                </c:pt>
                <c:pt idx="33">
                  <c:v>-0.150971</c:v>
                </c:pt>
                <c:pt idx="34">
                  <c:v>-0.150971</c:v>
                </c:pt>
                <c:pt idx="35">
                  <c:v>-0.142978</c:v>
                </c:pt>
                <c:pt idx="36">
                  <c:v>-0.169663</c:v>
                </c:pt>
                <c:pt idx="37">
                  <c:v>-0.23194</c:v>
                </c:pt>
                <c:pt idx="38">
                  <c:v>-0.212059</c:v>
                </c:pt>
                <c:pt idx="39">
                  <c:v>-0.205519</c:v>
                </c:pt>
                <c:pt idx="40">
                  <c:v>-0.23731</c:v>
                </c:pt>
                <c:pt idx="41">
                  <c:v>-0.208783</c:v>
                </c:pt>
                <c:pt idx="42">
                  <c:v>-0.225269</c:v>
                </c:pt>
                <c:pt idx="43">
                  <c:v>-0.235965</c:v>
                </c:pt>
                <c:pt idx="44">
                  <c:v>-0.24068</c:v>
                </c:pt>
                <c:pt idx="45">
                  <c:v>-0.26598</c:v>
                </c:pt>
                <c:pt idx="46">
                  <c:v>-0.272232</c:v>
                </c:pt>
                <c:pt idx="47">
                  <c:v>-0.26109</c:v>
                </c:pt>
                <c:pt idx="48">
                  <c:v>-0.29633</c:v>
                </c:pt>
                <c:pt idx="49">
                  <c:v>-0.317353</c:v>
                </c:pt>
                <c:pt idx="50">
                  <c:v>-0.307149</c:v>
                </c:pt>
                <c:pt idx="51">
                  <c:v>-0.294896</c:v>
                </c:pt>
                <c:pt idx="52">
                  <c:v>-0.304252</c:v>
                </c:pt>
                <c:pt idx="53">
                  <c:v>-0.282085</c:v>
                </c:pt>
                <c:pt idx="54">
                  <c:v>-0.291321</c:v>
                </c:pt>
                <c:pt idx="55">
                  <c:v>-0.277146</c:v>
                </c:pt>
                <c:pt idx="56">
                  <c:v>-0.27574</c:v>
                </c:pt>
                <c:pt idx="57">
                  <c:v>-0.281378</c:v>
                </c:pt>
                <c:pt idx="58">
                  <c:v>-0.256944</c:v>
                </c:pt>
                <c:pt idx="59">
                  <c:v>-0.257633</c:v>
                </c:pt>
                <c:pt idx="60">
                  <c:v>-0.262476</c:v>
                </c:pt>
                <c:pt idx="61">
                  <c:v>-0.27785</c:v>
                </c:pt>
                <c:pt idx="62">
                  <c:v>-0.251441</c:v>
                </c:pt>
                <c:pt idx="63">
                  <c:v>-0.259706</c:v>
                </c:pt>
                <c:pt idx="64">
                  <c:v>-0.255565</c:v>
                </c:pt>
                <c:pt idx="65">
                  <c:v>-0.285627</c:v>
                </c:pt>
                <c:pt idx="66">
                  <c:v>-0.265254</c:v>
                </c:pt>
                <c:pt idx="67">
                  <c:v>-0.269435</c:v>
                </c:pt>
                <c:pt idx="68">
                  <c:v>-0.295613</c:v>
                </c:pt>
                <c:pt idx="69">
                  <c:v>-0.305699</c:v>
                </c:pt>
                <c:pt idx="70">
                  <c:v>-0.295613</c:v>
                </c:pt>
                <c:pt idx="71">
                  <c:v>-0.321758</c:v>
                </c:pt>
                <c:pt idx="72">
                  <c:v>-0.321758</c:v>
                </c:pt>
                <c:pt idx="73">
                  <c:v>-0.329885</c:v>
                </c:pt>
                <c:pt idx="74">
                  <c:v>-0.330627</c:v>
                </c:pt>
                <c:pt idx="75">
                  <c:v>-0.349361</c:v>
                </c:pt>
                <c:pt idx="76">
                  <c:v>-0.344081</c:v>
                </c:pt>
                <c:pt idx="77">
                  <c:v>-0.304252</c:v>
                </c:pt>
                <c:pt idx="78">
                  <c:v>-0.321023</c:v>
                </c:pt>
                <c:pt idx="79">
                  <c:v>-0.325444</c:v>
                </c:pt>
                <c:pt idx="80">
                  <c:v>-0.326922</c:v>
                </c:pt>
                <c:pt idx="81">
                  <c:v>-0.326183</c:v>
                </c:pt>
                <c:pt idx="82">
                  <c:v>-0.329143</c:v>
                </c:pt>
                <c:pt idx="83">
                  <c:v>-0.333601</c:v>
                </c:pt>
                <c:pt idx="84">
                  <c:v>-0.337331</c:v>
                </c:pt>
                <c:pt idx="85">
                  <c:v>-0.28847</c:v>
                </c:pt>
                <c:pt idx="86">
                  <c:v>-0.292749</c:v>
                </c:pt>
                <c:pt idx="87">
                  <c:v>-0.286337</c:v>
                </c:pt>
                <c:pt idx="88">
                  <c:v>-0.262476</c:v>
                </c:pt>
                <c:pt idx="89">
                  <c:v>-0.265254</c:v>
                </c:pt>
                <c:pt idx="90">
                  <c:v>-0.269435</c:v>
                </c:pt>
                <c:pt idx="91">
                  <c:v>-0.247335</c:v>
                </c:pt>
                <c:pt idx="92">
                  <c:v>-0.259706</c:v>
                </c:pt>
                <c:pt idx="93">
                  <c:v>-0.277146</c:v>
                </c:pt>
                <c:pt idx="94">
                  <c:v>-0.265254</c:v>
                </c:pt>
                <c:pt idx="95">
                  <c:v>-0.270833</c:v>
                </c:pt>
                <c:pt idx="96">
                  <c:v>-0.292749</c:v>
                </c:pt>
                <c:pt idx="97">
                  <c:v>-0.309326</c:v>
                </c:pt>
                <c:pt idx="98">
                  <c:v>-0.321758</c:v>
                </c:pt>
                <c:pt idx="99">
                  <c:v>-0.308532</c:v>
                </c:pt>
                <c:pt idx="100">
                  <c:v>-0.323238</c:v>
                </c:pt>
                <c:pt idx="101">
                  <c:v>-0.309993</c:v>
                </c:pt>
                <c:pt idx="102">
                  <c:v>-0.296921</c:v>
                </c:pt>
                <c:pt idx="103">
                  <c:v>-0.297643</c:v>
                </c:pt>
                <c:pt idx="104">
                  <c:v>-0.307073</c:v>
                </c:pt>
                <c:pt idx="105">
                  <c:v>-0.335911</c:v>
                </c:pt>
                <c:pt idx="106">
                  <c:v>-0.326206</c:v>
                </c:pt>
                <c:pt idx="107">
                  <c:v>-0.295479</c:v>
                </c:pt>
                <c:pt idx="108">
                  <c:v>-0.306345</c:v>
                </c:pt>
                <c:pt idx="109">
                  <c:v>-0.316594</c:v>
                </c:pt>
                <c:pt idx="110">
                  <c:v>-0.307803</c:v>
                </c:pt>
                <c:pt idx="111">
                  <c:v>-0.294759</c:v>
                </c:pt>
                <c:pt idx="112">
                  <c:v>-0.289732</c:v>
                </c:pt>
                <c:pt idx="113">
                  <c:v>-0.30126</c:v>
                </c:pt>
                <c:pt idx="114">
                  <c:v>-0.318804</c:v>
                </c:pt>
                <c:pt idx="115">
                  <c:v>-0.324721</c:v>
                </c:pt>
                <c:pt idx="116">
                  <c:v>-0.313655</c:v>
                </c:pt>
                <c:pt idx="117">
                  <c:v>-0.294039</c:v>
                </c:pt>
                <c:pt idx="118">
                  <c:v>-0.304162</c:v>
                </c:pt>
                <c:pt idx="119">
                  <c:v>-0.30126</c:v>
                </c:pt>
                <c:pt idx="120">
                  <c:v>-0.290449</c:v>
                </c:pt>
                <c:pt idx="121">
                  <c:v>-0.312189</c:v>
                </c:pt>
                <c:pt idx="122">
                  <c:v>-0.33142</c:v>
                </c:pt>
                <c:pt idx="123">
                  <c:v>-0.36021</c:v>
                </c:pt>
                <c:pt idx="124">
                  <c:v>-0.365605</c:v>
                </c:pt>
                <c:pt idx="125">
                  <c:v>-0.366378</c:v>
                </c:pt>
                <c:pt idx="126">
                  <c:v>-0.339669</c:v>
                </c:pt>
                <c:pt idx="127">
                  <c:v>-0.309993</c:v>
                </c:pt>
                <c:pt idx="128">
                  <c:v>-0.304889</c:v>
                </c:pt>
                <c:pt idx="129">
                  <c:v>-0.294039</c:v>
                </c:pt>
                <c:pt idx="130">
                  <c:v>-0.299088</c:v>
                </c:pt>
                <c:pt idx="131">
                  <c:v>-0.307803</c:v>
                </c:pt>
                <c:pt idx="132">
                  <c:v>-0.304889</c:v>
                </c:pt>
                <c:pt idx="133">
                  <c:v>-0.286871</c:v>
                </c:pt>
                <c:pt idx="134">
                  <c:v>-0.274095</c:v>
                </c:pt>
                <c:pt idx="135">
                  <c:v>-0.281883</c:v>
                </c:pt>
                <c:pt idx="136">
                  <c:v>-0.313655</c:v>
                </c:pt>
                <c:pt idx="137">
                  <c:v>-0.332915</c:v>
                </c:pt>
                <c:pt idx="138">
                  <c:v>-0.338916</c:v>
                </c:pt>
                <c:pt idx="139">
                  <c:v>-0.347987</c:v>
                </c:pt>
                <c:pt idx="140">
                  <c:v>-0.340422</c:v>
                </c:pt>
                <c:pt idx="141">
                  <c:v>-0.310724</c:v>
                </c:pt>
                <c:pt idx="142">
                  <c:v>-0.309262</c:v>
                </c:pt>
                <c:pt idx="143">
                  <c:v>-0.307803</c:v>
                </c:pt>
                <c:pt idx="144">
                  <c:v>-0.307073</c:v>
                </c:pt>
                <c:pt idx="145">
                  <c:v>-0.332915</c:v>
                </c:pt>
                <c:pt idx="146">
                  <c:v>-0.334412</c:v>
                </c:pt>
                <c:pt idx="147">
                  <c:v>-0.351028</c:v>
                </c:pt>
                <c:pt idx="148">
                  <c:v>-0.338164</c:v>
                </c:pt>
                <c:pt idx="149">
                  <c:v>-0.345711</c:v>
                </c:pt>
                <c:pt idx="150">
                  <c:v>-0.335911</c:v>
                </c:pt>
                <c:pt idx="151">
                  <c:v>-0.343441</c:v>
                </c:pt>
                <c:pt idx="152">
                  <c:v>-0.334412</c:v>
                </c:pt>
                <c:pt idx="153">
                  <c:v>-0.348746</c:v>
                </c:pt>
                <c:pt idx="154">
                  <c:v>-0.356409</c:v>
                </c:pt>
                <c:pt idx="155">
                  <c:v>-0.383701</c:v>
                </c:pt>
                <c:pt idx="156">
                  <c:v>-0.392435</c:v>
                </c:pt>
                <c:pt idx="157">
                  <c:v>-0.39563</c:v>
                </c:pt>
                <c:pt idx="158">
                  <c:v>-0.39563</c:v>
                </c:pt>
                <c:pt idx="159">
                  <c:v>-0.375827</c:v>
                </c:pt>
                <c:pt idx="160">
                  <c:v>-0.371913</c:v>
                </c:pt>
                <c:pt idx="161">
                  <c:v>-0.365683</c:v>
                </c:pt>
                <c:pt idx="162">
                  <c:v>-0.360263</c:v>
                </c:pt>
                <c:pt idx="163">
                  <c:v>-0.343417</c:v>
                </c:pt>
                <c:pt idx="164">
                  <c:v>-0.325358</c:v>
                </c:pt>
                <c:pt idx="165">
                  <c:v>-0.318668</c:v>
                </c:pt>
                <c:pt idx="166">
                  <c:v>-0.359491</c:v>
                </c:pt>
                <c:pt idx="167">
                  <c:v>-0.357179</c:v>
                </c:pt>
                <c:pt idx="168">
                  <c:v>-0.381332</c:v>
                </c:pt>
                <c:pt idx="169">
                  <c:v>-0.348746</c:v>
                </c:pt>
                <c:pt idx="170">
                  <c:v>-0.324612</c:v>
                </c:pt>
                <c:pt idx="171">
                  <c:v>-0.311289</c:v>
                </c:pt>
                <c:pt idx="172">
                  <c:v>-0.326104</c:v>
                </c:pt>
                <c:pt idx="173">
                  <c:v>-0.353337</c:v>
                </c:pt>
                <c:pt idx="174">
                  <c:v>-0.377397</c:v>
                </c:pt>
                <c:pt idx="175">
                  <c:v>-0.405276</c:v>
                </c:pt>
                <c:pt idx="176">
                  <c:v>-0.415016</c:v>
                </c:pt>
                <c:pt idx="177">
                  <c:v>-0.406893</c:v>
                </c:pt>
                <c:pt idx="178">
                  <c:v>-0.402856</c:v>
                </c:pt>
                <c:pt idx="179">
                  <c:v>-0.406893</c:v>
                </c:pt>
                <c:pt idx="180">
                  <c:v>-0.39563</c:v>
                </c:pt>
                <c:pt idx="181">
                  <c:v>-0.390842</c:v>
                </c:pt>
                <c:pt idx="182">
                  <c:v>-0.382122</c:v>
                </c:pt>
                <c:pt idx="183">
                  <c:v>-0.414201</c:v>
                </c:pt>
                <c:pt idx="184">
                  <c:v>-0.415016</c:v>
                </c:pt>
                <c:pt idx="185">
                  <c:v>-0.410947</c:v>
                </c:pt>
                <c:pt idx="186">
                  <c:v>-0.409323</c:v>
                </c:pt>
                <c:pt idx="187">
                  <c:v>-0.424029</c:v>
                </c:pt>
                <c:pt idx="188">
                  <c:v>-0.44398</c:v>
                </c:pt>
                <c:pt idx="189">
                  <c:v>-0.454955</c:v>
                </c:pt>
                <c:pt idx="190">
                  <c:v>-0.460915</c:v>
                </c:pt>
                <c:pt idx="191">
                  <c:v>-0.439791</c:v>
                </c:pt>
                <c:pt idx="192">
                  <c:v>-0.438955</c:v>
                </c:pt>
                <c:pt idx="193">
                  <c:v>-0.437286</c:v>
                </c:pt>
                <c:pt idx="194">
                  <c:v>-0.452412</c:v>
                </c:pt>
                <c:pt idx="195">
                  <c:v>-0.449875</c:v>
                </c:pt>
                <c:pt idx="196">
                  <c:v>-0.479011</c:v>
                </c:pt>
                <c:pt idx="197">
                  <c:v>-0.530762</c:v>
                </c:pt>
                <c:pt idx="198">
                  <c:v>-0.503661</c:v>
                </c:pt>
                <c:pt idx="199">
                  <c:v>-0.481623</c:v>
                </c:pt>
                <c:pt idx="200">
                  <c:v>-0.493022</c:v>
                </c:pt>
                <c:pt idx="201">
                  <c:v>-0.512613</c:v>
                </c:pt>
                <c:pt idx="202">
                  <c:v>-0.511714</c:v>
                </c:pt>
                <c:pt idx="203">
                  <c:v>-0.523463</c:v>
                </c:pt>
                <c:pt idx="204">
                  <c:v>-0.523463</c:v>
                </c:pt>
                <c:pt idx="205">
                  <c:v>-0.529847</c:v>
                </c:pt>
                <c:pt idx="206">
                  <c:v>-0.483369</c:v>
                </c:pt>
                <c:pt idx="207">
                  <c:v>-0.467771</c:v>
                </c:pt>
                <c:pt idx="208">
                  <c:v>-0.503661</c:v>
                </c:pt>
                <c:pt idx="209">
                  <c:v>-0.508127</c:v>
                </c:pt>
                <c:pt idx="210">
                  <c:v>-0.528019</c:v>
                </c:pt>
                <c:pt idx="211">
                  <c:v>-0.555798</c:v>
                </c:pt>
                <c:pt idx="212">
                  <c:v>-0.515314</c:v>
                </c:pt>
                <c:pt idx="213">
                  <c:v>-0.514413</c:v>
                </c:pt>
                <c:pt idx="214">
                  <c:v>-0.483369</c:v>
                </c:pt>
                <c:pt idx="215">
                  <c:v>-0.489501</c:v>
                </c:pt>
                <c:pt idx="216">
                  <c:v>-0.497441</c:v>
                </c:pt>
                <c:pt idx="217">
                  <c:v>-0.471216</c:v>
                </c:pt>
                <c:pt idx="218">
                  <c:v>-0.493022</c:v>
                </c:pt>
                <c:pt idx="219">
                  <c:v>-0.515314</c:v>
                </c:pt>
                <c:pt idx="220">
                  <c:v>-0.513513</c:v>
                </c:pt>
                <c:pt idx="221">
                  <c:v>-0.541812</c:v>
                </c:pt>
                <c:pt idx="222">
                  <c:v>-0.524372</c:v>
                </c:pt>
                <c:pt idx="223">
                  <c:v>-0.561448</c:v>
                </c:pt>
                <c:pt idx="224">
                  <c:v>-0.577709</c:v>
                </c:pt>
                <c:pt idx="225">
                  <c:v>-0.57482</c:v>
                </c:pt>
                <c:pt idx="226">
                  <c:v>-0.53523</c:v>
                </c:pt>
                <c:pt idx="227">
                  <c:v>-0.51964</c:v>
                </c:pt>
                <c:pt idx="228">
                  <c:v>-0.51873</c:v>
                </c:pt>
                <c:pt idx="229">
                  <c:v>-0.56525</c:v>
                </c:pt>
                <c:pt idx="230">
                  <c:v>-0.555772</c:v>
                </c:pt>
                <c:pt idx="231">
                  <c:v>-0.527863</c:v>
                </c:pt>
                <c:pt idx="232">
                  <c:v>-0.590324</c:v>
                </c:pt>
                <c:pt idx="233">
                  <c:v>-0.600138</c:v>
                </c:pt>
                <c:pt idx="234">
                  <c:v>-0.590324</c:v>
                </c:pt>
                <c:pt idx="235">
                  <c:v>-0.606073</c:v>
                </c:pt>
                <c:pt idx="236">
                  <c:v>-0.595219</c:v>
                </c:pt>
                <c:pt idx="237">
                  <c:v>-0.62814</c:v>
                </c:pt>
                <c:pt idx="238">
                  <c:v>-0.683391</c:v>
                </c:pt>
                <c:pt idx="239">
                  <c:v>-0.70178</c:v>
                </c:pt>
                <c:pt idx="240">
                  <c:v>-0.724972</c:v>
                </c:pt>
                <c:pt idx="241">
                  <c:v>-0.799166</c:v>
                </c:pt>
                <c:pt idx="242">
                  <c:v>-0.823528</c:v>
                </c:pt>
                <c:pt idx="243">
                  <c:v>-0.761381</c:v>
                </c:pt>
                <c:pt idx="244">
                  <c:v>-0.72274</c:v>
                </c:pt>
                <c:pt idx="245">
                  <c:v>-0.700688</c:v>
                </c:pt>
                <c:pt idx="246">
                  <c:v>-0.6445</c:v>
                </c:pt>
                <c:pt idx="247">
                  <c:v>-0.679112</c:v>
                </c:pt>
                <c:pt idx="248">
                  <c:v>-0.637309</c:v>
                </c:pt>
                <c:pt idx="249">
                  <c:v>-0.680181</c:v>
                </c:pt>
                <c:pt idx="250">
                  <c:v>-0.655905</c:v>
                </c:pt>
                <c:pt idx="251">
                  <c:v>-0.656948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GOAU4 (Metalúrgica Gerdau, holding)</c:v>
                </c:pt>
              </c:strCache>
            </c:strRef>
          </c:tx>
          <c:spPr>
            <a:solidFill>
              <a:srgbClr val="B97400"/>
            </a:solidFill>
            <a:ln w="25400" cap="flat">
              <a:solidFill>
                <a:srgbClr val="B9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7400"/>
              </a:solidFill>
              <a:ln w="9525" cap="flat">
                <a:solidFill>
                  <a:srgbClr val="B9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Sheet1!$A$2:$A$253</c:f>
              <c:multiLvlStrCache>
                <c:ptCount val="252"/>
                <c:lvl>
                  <c:pt idx="0">
                    <c:v>dez/13</c:v>
                  </c:pt>
                  <c:pt idx="1">
                    <c:v>dez/13</c:v>
                  </c:pt>
                  <c:pt idx="2">
                    <c:v>dez/13</c:v>
                  </c:pt>
                  <c:pt idx="3">
                    <c:v>dez/13</c:v>
                  </c:pt>
                  <c:pt idx="4">
                    <c:v>jan/14</c:v>
                  </c:pt>
                  <c:pt idx="5">
                    <c:v>jan/14</c:v>
                  </c:pt>
                  <c:pt idx="6">
                    <c:v>jan/14</c:v>
                  </c:pt>
                  <c:pt idx="7">
                    <c:v>jan/14</c:v>
                  </c:pt>
                  <c:pt idx="8">
                    <c:v>jan/14</c:v>
                  </c:pt>
                  <c:pt idx="9">
                    <c:v>jan/14</c:v>
                  </c:pt>
                  <c:pt idx="10">
                    <c:v>jan/14</c:v>
                  </c:pt>
                  <c:pt idx="11">
                    <c:v>jan/14</c:v>
                  </c:pt>
                  <c:pt idx="12">
                    <c:v>jan/14</c:v>
                  </c:pt>
                  <c:pt idx="13">
                    <c:v>jan/14</c:v>
                  </c:pt>
                  <c:pt idx="14">
                    <c:v>jan/14</c:v>
                  </c:pt>
                  <c:pt idx="15">
                    <c:v>jan/14</c:v>
                  </c:pt>
                  <c:pt idx="16">
                    <c:v>jan/14</c:v>
                  </c:pt>
                  <c:pt idx="17">
                    <c:v>jan/14</c:v>
                  </c:pt>
                  <c:pt idx="18">
                    <c:v>jan/14</c:v>
                  </c:pt>
                  <c:pt idx="19">
                    <c:v>jan/14</c:v>
                  </c:pt>
                  <c:pt idx="20">
                    <c:v>jan/14</c:v>
                  </c:pt>
                  <c:pt idx="21">
                    <c:v>jan/14</c:v>
                  </c:pt>
                  <c:pt idx="22">
                    <c:v>jan/14</c:v>
                  </c:pt>
                  <c:pt idx="23">
                    <c:v>jan/14</c:v>
                  </c:pt>
                  <c:pt idx="24">
                    <c:v>jan/14</c:v>
                  </c:pt>
                  <c:pt idx="25">
                    <c:v>jan/14</c:v>
                  </c:pt>
                  <c:pt idx="26">
                    <c:v>fev/14</c:v>
                  </c:pt>
                  <c:pt idx="27">
                    <c:v>fev/14</c:v>
                  </c:pt>
                  <c:pt idx="28">
                    <c:v>fev/14</c:v>
                  </c:pt>
                  <c:pt idx="29">
                    <c:v>fev/14</c:v>
                  </c:pt>
                  <c:pt idx="30">
                    <c:v>fev/14</c:v>
                  </c:pt>
                  <c:pt idx="31">
                    <c:v>fev/14</c:v>
                  </c:pt>
                  <c:pt idx="32">
                    <c:v>fev/14</c:v>
                  </c:pt>
                  <c:pt idx="33">
                    <c:v>fev/14</c:v>
                  </c:pt>
                  <c:pt idx="34">
                    <c:v>fev/14</c:v>
                  </c:pt>
                  <c:pt idx="35">
                    <c:v>fev/14</c:v>
                  </c:pt>
                  <c:pt idx="36">
                    <c:v>fev/14</c:v>
                  </c:pt>
                  <c:pt idx="37">
                    <c:v>fev/14</c:v>
                  </c:pt>
                  <c:pt idx="38">
                    <c:v>fev/14</c:v>
                  </c:pt>
                  <c:pt idx="39">
                    <c:v>fev/14</c:v>
                  </c:pt>
                  <c:pt idx="40">
                    <c:v>fev/14</c:v>
                  </c:pt>
                  <c:pt idx="41">
                    <c:v>fev/14</c:v>
                  </c:pt>
                  <c:pt idx="42">
                    <c:v>fev/14</c:v>
                  </c:pt>
                  <c:pt idx="43">
                    <c:v>fev/14</c:v>
                  </c:pt>
                  <c:pt idx="44">
                    <c:v>fev/14</c:v>
                  </c:pt>
                  <c:pt idx="45">
                    <c:v>fev/14</c:v>
                  </c:pt>
                  <c:pt idx="46">
                    <c:v>mar/14</c:v>
                  </c:pt>
                  <c:pt idx="47">
                    <c:v>mar/14</c:v>
                  </c:pt>
                  <c:pt idx="48">
                    <c:v>mar/14</c:v>
                  </c:pt>
                  <c:pt idx="49">
                    <c:v>mar/14</c:v>
                  </c:pt>
                  <c:pt idx="50">
                    <c:v>mar/14</c:v>
                  </c:pt>
                  <c:pt idx="51">
                    <c:v>mar/14</c:v>
                  </c:pt>
                  <c:pt idx="52">
                    <c:v>mar/14</c:v>
                  </c:pt>
                  <c:pt idx="53">
                    <c:v>mar/14</c:v>
                  </c:pt>
                  <c:pt idx="54">
                    <c:v>mar/14</c:v>
                  </c:pt>
                  <c:pt idx="55">
                    <c:v>mar/14</c:v>
                  </c:pt>
                  <c:pt idx="56">
                    <c:v>mar/14</c:v>
                  </c:pt>
                  <c:pt idx="57">
                    <c:v>mar/14</c:v>
                  </c:pt>
                  <c:pt idx="58">
                    <c:v>mar/14</c:v>
                  </c:pt>
                  <c:pt idx="59">
                    <c:v>mar/14</c:v>
                  </c:pt>
                  <c:pt idx="60">
                    <c:v>mar/14</c:v>
                  </c:pt>
                  <c:pt idx="61">
                    <c:v>mar/14</c:v>
                  </c:pt>
                  <c:pt idx="62">
                    <c:v>mar/14</c:v>
                  </c:pt>
                  <c:pt idx="63">
                    <c:v>mar/14</c:v>
                  </c:pt>
                  <c:pt idx="64">
                    <c:v>mar/14</c:v>
                  </c:pt>
                  <c:pt idx="65">
                    <c:v>abr/14</c:v>
                  </c:pt>
                  <c:pt idx="66">
                    <c:v>abr/14</c:v>
                  </c:pt>
                  <c:pt idx="67">
                    <c:v>abr/14</c:v>
                  </c:pt>
                  <c:pt idx="68">
                    <c:v>abr/14</c:v>
                  </c:pt>
                  <c:pt idx="69">
                    <c:v>abr/14</c:v>
                  </c:pt>
                  <c:pt idx="70">
                    <c:v>abr/14</c:v>
                  </c:pt>
                  <c:pt idx="71">
                    <c:v>abr/14</c:v>
                  </c:pt>
                  <c:pt idx="72">
                    <c:v>abr/14</c:v>
                  </c:pt>
                  <c:pt idx="73">
                    <c:v>abr/14</c:v>
                  </c:pt>
                  <c:pt idx="74">
                    <c:v>abr/14</c:v>
                  </c:pt>
                  <c:pt idx="75">
                    <c:v>abr/14</c:v>
                  </c:pt>
                  <c:pt idx="76">
                    <c:v>abr/14</c:v>
                  </c:pt>
                  <c:pt idx="77">
                    <c:v>abr/14</c:v>
                  </c:pt>
                  <c:pt idx="78">
                    <c:v>abr/14</c:v>
                  </c:pt>
                  <c:pt idx="79">
                    <c:v>abr/14</c:v>
                  </c:pt>
                  <c:pt idx="80">
                    <c:v>abr/14</c:v>
                  </c:pt>
                  <c:pt idx="81">
                    <c:v>abr/14</c:v>
                  </c:pt>
                  <c:pt idx="82">
                    <c:v>abr/14</c:v>
                  </c:pt>
                  <c:pt idx="83">
                    <c:v>abr/14</c:v>
                  </c:pt>
                  <c:pt idx="84">
                    <c:v>abr/14</c:v>
                  </c:pt>
                  <c:pt idx="85">
                    <c:v>mai/14</c:v>
                  </c:pt>
                  <c:pt idx="86">
                    <c:v>mai/14</c:v>
                  </c:pt>
                  <c:pt idx="87">
                    <c:v>mai/14</c:v>
                  </c:pt>
                  <c:pt idx="88">
                    <c:v>mai/14</c:v>
                  </c:pt>
                  <c:pt idx="89">
                    <c:v>mai/14</c:v>
                  </c:pt>
                  <c:pt idx="90">
                    <c:v>mai/14</c:v>
                  </c:pt>
                  <c:pt idx="91">
                    <c:v>mai/14</c:v>
                  </c:pt>
                  <c:pt idx="92">
                    <c:v>mai/14</c:v>
                  </c:pt>
                  <c:pt idx="93">
                    <c:v>mai/14</c:v>
                  </c:pt>
                  <c:pt idx="94">
                    <c:v>mai/14</c:v>
                  </c:pt>
                  <c:pt idx="95">
                    <c:v>mai/14</c:v>
                  </c:pt>
                  <c:pt idx="96">
                    <c:v>mai/14</c:v>
                  </c:pt>
                  <c:pt idx="97">
                    <c:v>mai/14</c:v>
                  </c:pt>
                  <c:pt idx="98">
                    <c:v>mai/14</c:v>
                  </c:pt>
                  <c:pt idx="99">
                    <c:v>mai/14</c:v>
                  </c:pt>
                  <c:pt idx="100">
                    <c:v>mai/14</c:v>
                  </c:pt>
                  <c:pt idx="101">
                    <c:v>mai/14</c:v>
                  </c:pt>
                  <c:pt idx="102">
                    <c:v>mai/14</c:v>
                  </c:pt>
                  <c:pt idx="103">
                    <c:v>mai/14</c:v>
                  </c:pt>
                  <c:pt idx="104">
                    <c:v>mai/14</c:v>
                  </c:pt>
                  <c:pt idx="105">
                    <c:v>mai/14</c:v>
                  </c:pt>
                  <c:pt idx="106">
                    <c:v>jun/14</c:v>
                  </c:pt>
                  <c:pt idx="107">
                    <c:v>jun/14</c:v>
                  </c:pt>
                  <c:pt idx="108">
                    <c:v>jun/14</c:v>
                  </c:pt>
                  <c:pt idx="109">
                    <c:v>jun/14</c:v>
                  </c:pt>
                  <c:pt idx="110">
                    <c:v>jun/14</c:v>
                  </c:pt>
                  <c:pt idx="111">
                    <c:v>jun/14</c:v>
                  </c:pt>
                  <c:pt idx="112">
                    <c:v>jun/14</c:v>
                  </c:pt>
                  <c:pt idx="113">
                    <c:v>jun/14</c:v>
                  </c:pt>
                  <c:pt idx="114">
                    <c:v>jun/14</c:v>
                  </c:pt>
                  <c:pt idx="115">
                    <c:v>jun/14</c:v>
                  </c:pt>
                  <c:pt idx="116">
                    <c:v>jun/14</c:v>
                  </c:pt>
                  <c:pt idx="117">
                    <c:v>jun/14</c:v>
                  </c:pt>
                  <c:pt idx="118">
                    <c:v>jun/14</c:v>
                  </c:pt>
                  <c:pt idx="119">
                    <c:v>jun/14</c:v>
                  </c:pt>
                  <c:pt idx="120">
                    <c:v>jun/14</c:v>
                  </c:pt>
                  <c:pt idx="121">
                    <c:v>jun/14</c:v>
                  </c:pt>
                  <c:pt idx="122">
                    <c:v>jun/14</c:v>
                  </c:pt>
                  <c:pt idx="123">
                    <c:v>jun/14</c:v>
                  </c:pt>
                  <c:pt idx="124">
                    <c:v>jun/14</c:v>
                  </c:pt>
                  <c:pt idx="125">
                    <c:v>jul/14</c:v>
                  </c:pt>
                  <c:pt idx="126">
                    <c:v>jul/14</c:v>
                  </c:pt>
                  <c:pt idx="127">
                    <c:v>jul/14</c:v>
                  </c:pt>
                  <c:pt idx="128">
                    <c:v>jul/14</c:v>
                  </c:pt>
                  <c:pt idx="129">
                    <c:v>jul/14</c:v>
                  </c:pt>
                  <c:pt idx="130">
                    <c:v>jul/14</c:v>
                  </c:pt>
                  <c:pt idx="131">
                    <c:v>jul/14</c:v>
                  </c:pt>
                  <c:pt idx="132">
                    <c:v>jul/14</c:v>
                  </c:pt>
                  <c:pt idx="133">
                    <c:v>jul/14</c:v>
                  </c:pt>
                  <c:pt idx="134">
                    <c:v>jul/14</c:v>
                  </c:pt>
                  <c:pt idx="135">
                    <c:v>jul/14</c:v>
                  </c:pt>
                  <c:pt idx="136">
                    <c:v>jul/14</c:v>
                  </c:pt>
                  <c:pt idx="137">
                    <c:v>jul/14</c:v>
                  </c:pt>
                  <c:pt idx="138">
                    <c:v>jul/14</c:v>
                  </c:pt>
                  <c:pt idx="139">
                    <c:v>jul/14</c:v>
                  </c:pt>
                  <c:pt idx="140">
                    <c:v>jul/14</c:v>
                  </c:pt>
                  <c:pt idx="141">
                    <c:v>jul/14</c:v>
                  </c:pt>
                  <c:pt idx="142">
                    <c:v>jul/14</c:v>
                  </c:pt>
                  <c:pt idx="143">
                    <c:v>jul/14</c:v>
                  </c:pt>
                  <c:pt idx="144">
                    <c:v>jul/14</c:v>
                  </c:pt>
                  <c:pt idx="145">
                    <c:v>jul/14</c:v>
                  </c:pt>
                  <c:pt idx="146">
                    <c:v>jul/14</c:v>
                  </c:pt>
                  <c:pt idx="147">
                    <c:v>ago/14</c:v>
                  </c:pt>
                  <c:pt idx="148">
                    <c:v>ago/14</c:v>
                  </c:pt>
                  <c:pt idx="149">
                    <c:v>ago/14</c:v>
                  </c:pt>
                  <c:pt idx="150">
                    <c:v>ago/14</c:v>
                  </c:pt>
                  <c:pt idx="151">
                    <c:v>ago/14</c:v>
                  </c:pt>
                  <c:pt idx="152">
                    <c:v>ago/14</c:v>
                  </c:pt>
                  <c:pt idx="153">
                    <c:v>ago/14</c:v>
                  </c:pt>
                  <c:pt idx="154">
                    <c:v>ago/14</c:v>
                  </c:pt>
                  <c:pt idx="155">
                    <c:v>ago/14</c:v>
                  </c:pt>
                  <c:pt idx="156">
                    <c:v>ago/14</c:v>
                  </c:pt>
                  <c:pt idx="157">
                    <c:v>ago/14</c:v>
                  </c:pt>
                  <c:pt idx="158">
                    <c:v>ago/14</c:v>
                  </c:pt>
                  <c:pt idx="159">
                    <c:v>ago/14</c:v>
                  </c:pt>
                  <c:pt idx="160">
                    <c:v>ago/14</c:v>
                  </c:pt>
                  <c:pt idx="161">
                    <c:v>ago/14</c:v>
                  </c:pt>
                  <c:pt idx="162">
                    <c:v>ago/14</c:v>
                  </c:pt>
                  <c:pt idx="163">
                    <c:v>ago/14</c:v>
                  </c:pt>
                  <c:pt idx="164">
                    <c:v>ago/14</c:v>
                  </c:pt>
                  <c:pt idx="165">
                    <c:v>ago/14</c:v>
                  </c:pt>
                  <c:pt idx="166">
                    <c:v>ago/14</c:v>
                  </c:pt>
                  <c:pt idx="167">
                    <c:v>ago/14</c:v>
                  </c:pt>
                  <c:pt idx="168">
                    <c:v>set/14</c:v>
                  </c:pt>
                  <c:pt idx="169">
                    <c:v>set/14</c:v>
                  </c:pt>
                  <c:pt idx="170">
                    <c:v>set/14</c:v>
                  </c:pt>
                  <c:pt idx="171">
                    <c:v>set/14</c:v>
                  </c:pt>
                  <c:pt idx="172">
                    <c:v>set/14</c:v>
                  </c:pt>
                  <c:pt idx="173">
                    <c:v>set/14</c:v>
                  </c:pt>
                  <c:pt idx="174">
                    <c:v>set/14</c:v>
                  </c:pt>
                  <c:pt idx="175">
                    <c:v>set/14</c:v>
                  </c:pt>
                  <c:pt idx="176">
                    <c:v>set/14</c:v>
                  </c:pt>
                  <c:pt idx="177">
                    <c:v>set/14</c:v>
                  </c:pt>
                  <c:pt idx="178">
                    <c:v>set/14</c:v>
                  </c:pt>
                  <c:pt idx="179">
                    <c:v>set/14</c:v>
                  </c:pt>
                  <c:pt idx="180">
                    <c:v>set/14</c:v>
                  </c:pt>
                  <c:pt idx="181">
                    <c:v>set/14</c:v>
                  </c:pt>
                  <c:pt idx="182">
                    <c:v>set/14</c:v>
                  </c:pt>
                  <c:pt idx="183">
                    <c:v>set/14</c:v>
                  </c:pt>
                  <c:pt idx="184">
                    <c:v>set/14</c:v>
                  </c:pt>
                  <c:pt idx="185">
                    <c:v>set/14</c:v>
                  </c:pt>
                  <c:pt idx="186">
                    <c:v>set/14</c:v>
                  </c:pt>
                  <c:pt idx="187">
                    <c:v>set/14</c:v>
                  </c:pt>
                  <c:pt idx="188">
                    <c:v>set/14</c:v>
                  </c:pt>
                  <c:pt idx="189">
                    <c:v>set/14</c:v>
                  </c:pt>
                  <c:pt idx="190">
                    <c:v>out/14</c:v>
                  </c:pt>
                  <c:pt idx="191">
                    <c:v>out/14</c:v>
                  </c:pt>
                  <c:pt idx="192">
                    <c:v>out/14</c:v>
                  </c:pt>
                  <c:pt idx="193">
                    <c:v>out/14</c:v>
                  </c:pt>
                  <c:pt idx="194">
                    <c:v>out/14</c:v>
                  </c:pt>
                  <c:pt idx="195">
                    <c:v>out/14</c:v>
                  </c:pt>
                  <c:pt idx="196">
                    <c:v>out/14</c:v>
                  </c:pt>
                  <c:pt idx="197">
                    <c:v>out/14</c:v>
                  </c:pt>
                  <c:pt idx="198">
                    <c:v>out/14</c:v>
                  </c:pt>
                  <c:pt idx="199">
                    <c:v>out/14</c:v>
                  </c:pt>
                  <c:pt idx="200">
                    <c:v>out/14</c:v>
                  </c:pt>
                  <c:pt idx="201">
                    <c:v>out/14</c:v>
                  </c:pt>
                  <c:pt idx="202">
                    <c:v>out/14</c:v>
                  </c:pt>
                  <c:pt idx="203">
                    <c:v>out/14</c:v>
                  </c:pt>
                  <c:pt idx="204">
                    <c:v>out/14</c:v>
                  </c:pt>
                  <c:pt idx="205">
                    <c:v>out/14</c:v>
                  </c:pt>
                  <c:pt idx="206">
                    <c:v>out/14</c:v>
                  </c:pt>
                  <c:pt idx="207">
                    <c:v>out/14</c:v>
                  </c:pt>
                  <c:pt idx="208">
                    <c:v>out/14</c:v>
                  </c:pt>
                  <c:pt idx="209">
                    <c:v>out/14</c:v>
                  </c:pt>
                  <c:pt idx="210">
                    <c:v>out/14</c:v>
                  </c:pt>
                  <c:pt idx="211">
                    <c:v>out/14</c:v>
                  </c:pt>
                  <c:pt idx="212">
                    <c:v>out/14</c:v>
                  </c:pt>
                  <c:pt idx="213">
                    <c:v>nov/14</c:v>
                  </c:pt>
                  <c:pt idx="214">
                    <c:v>nov/14</c:v>
                  </c:pt>
                  <c:pt idx="215">
                    <c:v>nov/14</c:v>
                  </c:pt>
                  <c:pt idx="216">
                    <c:v>nov/14</c:v>
                  </c:pt>
                  <c:pt idx="217">
                    <c:v>nov/14</c:v>
                  </c:pt>
                  <c:pt idx="218">
                    <c:v>nov/14</c:v>
                  </c:pt>
                  <c:pt idx="219">
                    <c:v>nov/14</c:v>
                  </c:pt>
                  <c:pt idx="220">
                    <c:v>nov/14</c:v>
                  </c:pt>
                  <c:pt idx="221">
                    <c:v>nov/14</c:v>
                  </c:pt>
                  <c:pt idx="222">
                    <c:v>nov/14</c:v>
                  </c:pt>
                  <c:pt idx="223">
                    <c:v>nov/14</c:v>
                  </c:pt>
                  <c:pt idx="224">
                    <c:v>nov/14</c:v>
                  </c:pt>
                  <c:pt idx="225">
                    <c:v>nov/14</c:v>
                  </c:pt>
                  <c:pt idx="226">
                    <c:v>nov/14</c:v>
                  </c:pt>
                  <c:pt idx="227">
                    <c:v>nov/14</c:v>
                  </c:pt>
                  <c:pt idx="228">
                    <c:v>nov/14</c:v>
                  </c:pt>
                  <c:pt idx="229">
                    <c:v>nov/14</c:v>
                  </c:pt>
                  <c:pt idx="230">
                    <c:v>nov/14</c:v>
                  </c:pt>
                  <c:pt idx="231">
                    <c:v>nov/14</c:v>
                  </c:pt>
                  <c:pt idx="232">
                    <c:v>dez/14</c:v>
                  </c:pt>
                  <c:pt idx="233">
                    <c:v>dez/14</c:v>
                  </c:pt>
                  <c:pt idx="234">
                    <c:v>dez/14</c:v>
                  </c:pt>
                  <c:pt idx="235">
                    <c:v>dez/14</c:v>
                  </c:pt>
                  <c:pt idx="236">
                    <c:v>dez/14</c:v>
                  </c:pt>
                  <c:pt idx="237">
                    <c:v>dez/14</c:v>
                  </c:pt>
                  <c:pt idx="238">
                    <c:v>dez/14</c:v>
                  </c:pt>
                  <c:pt idx="239">
                    <c:v>dez/14</c:v>
                  </c:pt>
                  <c:pt idx="240">
                    <c:v>dez/14</c:v>
                  </c:pt>
                  <c:pt idx="241">
                    <c:v>dez/14</c:v>
                  </c:pt>
                  <c:pt idx="242">
                    <c:v>dez/14</c:v>
                  </c:pt>
                  <c:pt idx="243">
                    <c:v>dez/14</c:v>
                  </c:pt>
                  <c:pt idx="244">
                    <c:v>dez/14</c:v>
                  </c:pt>
                  <c:pt idx="245">
                    <c:v>dez/14</c:v>
                  </c:pt>
                  <c:pt idx="246">
                    <c:v>dez/14</c:v>
                  </c:pt>
                  <c:pt idx="247">
                    <c:v>dez/14</c:v>
                  </c:pt>
                  <c:pt idx="248">
                    <c:v>dez/14</c:v>
                  </c:pt>
                  <c:pt idx="249">
                    <c:v>dez/14</c:v>
                  </c:pt>
                  <c:pt idx="250">
                    <c:v>dez/14</c:v>
                  </c:pt>
                  <c:pt idx="251">
                    <c:v>dez/14</c:v>
                  </c:pt>
                </c:lvl>
              </c:multiLvlStrCache>
            </c:multiLvlStrRef>
          </c:cat>
          <c:val>
            <c:numRef>
              <c:f>Sheet1!$C$2:$C$253</c:f>
              <c:numCache>
                <c:formatCode>General</c:formatCode>
                <c:ptCount val="252"/>
                <c:pt idx="0">
                  <c:v>0</c:v>
                </c:pt>
                <c:pt idx="1">
                  <c:v>-0.0102</c:v>
                </c:pt>
                <c:pt idx="2">
                  <c:v>-0.01491</c:v>
                </c:pt>
                <c:pt idx="3">
                  <c:v>-0.010627</c:v>
                </c:pt>
                <c:pt idx="4">
                  <c:v>-0.030045</c:v>
                </c:pt>
                <c:pt idx="5">
                  <c:v>-0.039677</c:v>
                </c:pt>
                <c:pt idx="6">
                  <c:v>-0.041438</c:v>
                </c:pt>
                <c:pt idx="7">
                  <c:v>-0.047628</c:v>
                </c:pt>
                <c:pt idx="8">
                  <c:v>-0.049848</c:v>
                </c:pt>
                <c:pt idx="9">
                  <c:v>-0.058776</c:v>
                </c:pt>
                <c:pt idx="10">
                  <c:v>-0.045413</c:v>
                </c:pt>
                <c:pt idx="11">
                  <c:v>-0.066429</c:v>
                </c:pt>
                <c:pt idx="12">
                  <c:v>-0.082371</c:v>
                </c:pt>
                <c:pt idx="13">
                  <c:v>-0.071412</c:v>
                </c:pt>
                <c:pt idx="14">
                  <c:v>-0.068691</c:v>
                </c:pt>
                <c:pt idx="15">
                  <c:v>-0.080078</c:v>
                </c:pt>
                <c:pt idx="16">
                  <c:v>-0.093916</c:v>
                </c:pt>
                <c:pt idx="17">
                  <c:v>-0.113142</c:v>
                </c:pt>
                <c:pt idx="18">
                  <c:v>-0.097172</c:v>
                </c:pt>
                <c:pt idx="19">
                  <c:v>-0.110778</c:v>
                </c:pt>
                <c:pt idx="20">
                  <c:v>-0.104187</c:v>
                </c:pt>
                <c:pt idx="21">
                  <c:v>-0.126969</c:v>
                </c:pt>
                <c:pt idx="22">
                  <c:v>-0.126969</c:v>
                </c:pt>
                <c:pt idx="23">
                  <c:v>-0.107006</c:v>
                </c:pt>
                <c:pt idx="24">
                  <c:v>-0.112196</c:v>
                </c:pt>
                <c:pt idx="25">
                  <c:v>-0.099038</c:v>
                </c:pt>
                <c:pt idx="26">
                  <c:v>-0.143914</c:v>
                </c:pt>
                <c:pt idx="27">
                  <c:v>-0.143426</c:v>
                </c:pt>
                <c:pt idx="28">
                  <c:v>-0.155208</c:v>
                </c:pt>
                <c:pt idx="29">
                  <c:v>-0.129372</c:v>
                </c:pt>
                <c:pt idx="30">
                  <c:v>-0.10889</c:v>
                </c:pt>
                <c:pt idx="31">
                  <c:v>-0.149791</c:v>
                </c:pt>
                <c:pt idx="32">
                  <c:v>-0.140502</c:v>
                </c:pt>
                <c:pt idx="33">
                  <c:v>-0.171639</c:v>
                </c:pt>
                <c:pt idx="34">
                  <c:v>-0.168131</c:v>
                </c:pt>
                <c:pt idx="35">
                  <c:v>-0.164635</c:v>
                </c:pt>
                <c:pt idx="36">
                  <c:v>-0.184268</c:v>
                </c:pt>
                <c:pt idx="37">
                  <c:v>-0.237517</c:v>
                </c:pt>
                <c:pt idx="38">
                  <c:v>-0.214722</c:v>
                </c:pt>
                <c:pt idx="39">
                  <c:v>-0.210538</c:v>
                </c:pt>
                <c:pt idx="40">
                  <c:v>-0.243972</c:v>
                </c:pt>
                <c:pt idx="41">
                  <c:v>-0.216296</c:v>
                </c:pt>
                <c:pt idx="42">
                  <c:v>-0.23377</c:v>
                </c:pt>
                <c:pt idx="43">
                  <c:v>-0.251012</c:v>
                </c:pt>
                <c:pt idx="44">
                  <c:v>-0.256462</c:v>
                </c:pt>
                <c:pt idx="45">
                  <c:v>-0.278004</c:v>
                </c:pt>
                <c:pt idx="46">
                  <c:v>-0.290929</c:v>
                </c:pt>
                <c:pt idx="47">
                  <c:v>-0.293204</c:v>
                </c:pt>
                <c:pt idx="48">
                  <c:v>-0.315664</c:v>
                </c:pt>
                <c:pt idx="49">
                  <c:v>-0.344617</c:v>
                </c:pt>
                <c:pt idx="50">
                  <c:v>-0.343419</c:v>
                </c:pt>
                <c:pt idx="51">
                  <c:v>-0.322092</c:v>
                </c:pt>
                <c:pt idx="52">
                  <c:v>-0.345217</c:v>
                </c:pt>
                <c:pt idx="53">
                  <c:v>-0.323851</c:v>
                </c:pt>
                <c:pt idx="54">
                  <c:v>-0.330923</c:v>
                </c:pt>
                <c:pt idx="55">
                  <c:v>-0.313918</c:v>
                </c:pt>
                <c:pt idx="56">
                  <c:v>-0.3145</c:v>
                </c:pt>
                <c:pt idx="57">
                  <c:v>-0.329741</c:v>
                </c:pt>
                <c:pt idx="58">
                  <c:v>-0.306389</c:v>
                </c:pt>
                <c:pt idx="59">
                  <c:v>-0.309857</c:v>
                </c:pt>
                <c:pt idx="60">
                  <c:v>-0.305235</c:v>
                </c:pt>
                <c:pt idx="61">
                  <c:v>-0.322092</c:v>
                </c:pt>
                <c:pt idx="62">
                  <c:v>-0.319749</c:v>
                </c:pt>
                <c:pt idx="63">
                  <c:v>-0.316247</c:v>
                </c:pt>
                <c:pt idx="64">
                  <c:v>-0.301783</c:v>
                </c:pt>
                <c:pt idx="65">
                  <c:v>-0.319749</c:v>
                </c:pt>
                <c:pt idx="66">
                  <c:v>-0.295484</c:v>
                </c:pt>
                <c:pt idx="67">
                  <c:v>-0.297199</c:v>
                </c:pt>
                <c:pt idx="68">
                  <c:v>-0.327381</c:v>
                </c:pt>
                <c:pt idx="69">
                  <c:v>-0.332106</c:v>
                </c:pt>
                <c:pt idx="70">
                  <c:v>-0.32915</c:v>
                </c:pt>
                <c:pt idx="71">
                  <c:v>-0.343419</c:v>
                </c:pt>
                <c:pt idx="72">
                  <c:v>-0.354256</c:v>
                </c:pt>
                <c:pt idx="73">
                  <c:v>-0.358502</c:v>
                </c:pt>
                <c:pt idx="74">
                  <c:v>-0.353046</c:v>
                </c:pt>
                <c:pt idx="75">
                  <c:v>-0.386239</c:v>
                </c:pt>
                <c:pt idx="76">
                  <c:v>-0.371351</c:v>
                </c:pt>
                <c:pt idx="77">
                  <c:v>-0.330332</c:v>
                </c:pt>
                <c:pt idx="78">
                  <c:v>-0.35911</c:v>
                </c:pt>
                <c:pt idx="79">
                  <c:v>-0.356074</c:v>
                </c:pt>
                <c:pt idx="80">
                  <c:v>-0.357288</c:v>
                </c:pt>
                <c:pt idx="81">
                  <c:v>-0.361546</c:v>
                </c:pt>
                <c:pt idx="82">
                  <c:v>-0.357895</c:v>
                </c:pt>
                <c:pt idx="83">
                  <c:v>-0.362767</c:v>
                </c:pt>
                <c:pt idx="84">
                  <c:v>-0.37567</c:v>
                </c:pt>
                <c:pt idx="85">
                  <c:v>-0.32856</c:v>
                </c:pt>
                <c:pt idx="86">
                  <c:v>-0.331515</c:v>
                </c:pt>
                <c:pt idx="87">
                  <c:v>-0.322678</c:v>
                </c:pt>
                <c:pt idx="88">
                  <c:v>-0.285263</c:v>
                </c:pt>
                <c:pt idx="89">
                  <c:v>-0.297199</c:v>
                </c:pt>
                <c:pt idx="90">
                  <c:v>-0.300635</c:v>
                </c:pt>
                <c:pt idx="91">
                  <c:v>-0.285263</c:v>
                </c:pt>
                <c:pt idx="92">
                  <c:v>-0.290929</c:v>
                </c:pt>
                <c:pt idx="93">
                  <c:v>-0.31683</c:v>
                </c:pt>
                <c:pt idx="94">
                  <c:v>-0.300635</c:v>
                </c:pt>
                <c:pt idx="95">
                  <c:v>-0.303508</c:v>
                </c:pt>
                <c:pt idx="96">
                  <c:v>-0.320334</c:v>
                </c:pt>
                <c:pt idx="97">
                  <c:v>-0.347018</c:v>
                </c:pt>
                <c:pt idx="98">
                  <c:v>-0.362767</c:v>
                </c:pt>
                <c:pt idx="99">
                  <c:v>-0.33728</c:v>
                </c:pt>
                <c:pt idx="100">
                  <c:v>-0.354199</c:v>
                </c:pt>
                <c:pt idx="101">
                  <c:v>-0.342687</c:v>
                </c:pt>
                <c:pt idx="102">
                  <c:v>-0.327739</c:v>
                </c:pt>
                <c:pt idx="103">
                  <c:v>-0.333692</c:v>
                </c:pt>
                <c:pt idx="104">
                  <c:v>-0.328927</c:v>
                </c:pt>
                <c:pt idx="105">
                  <c:v>-0.360312</c:v>
                </c:pt>
                <c:pt idx="106">
                  <c:v>-0.348729</c:v>
                </c:pt>
                <c:pt idx="107">
                  <c:v>-0.318876</c:v>
                </c:pt>
                <c:pt idx="108">
                  <c:v>-0.327739</c:v>
                </c:pt>
                <c:pt idx="109">
                  <c:v>-0.341483</c:v>
                </c:pt>
                <c:pt idx="110">
                  <c:v>-0.331306</c:v>
                </c:pt>
                <c:pt idx="111">
                  <c:v>-0.309509</c:v>
                </c:pt>
                <c:pt idx="112">
                  <c:v>-0.308344</c:v>
                </c:pt>
                <c:pt idx="113">
                  <c:v>-0.327146</c:v>
                </c:pt>
                <c:pt idx="114">
                  <c:v>-0.352372</c:v>
                </c:pt>
                <c:pt idx="115">
                  <c:v>-0.356029</c:v>
                </c:pt>
                <c:pt idx="116">
                  <c:v>-0.348729</c:v>
                </c:pt>
                <c:pt idx="117">
                  <c:v>-0.322412</c:v>
                </c:pt>
                <c:pt idx="118">
                  <c:v>-0.334288</c:v>
                </c:pt>
                <c:pt idx="119">
                  <c:v>-0.336681</c:v>
                </c:pt>
                <c:pt idx="120">
                  <c:v>-0.325368</c:v>
                </c:pt>
                <c:pt idx="121">
                  <c:v>-0.351157</c:v>
                </c:pt>
                <c:pt idx="122">
                  <c:v>-0.372649</c:v>
                </c:pt>
                <c:pt idx="123">
                  <c:v>-0.404819</c:v>
                </c:pt>
                <c:pt idx="124">
                  <c:v>-0.402897</c:v>
                </c:pt>
                <c:pt idx="125">
                  <c:v>-0.402258</c:v>
                </c:pt>
                <c:pt idx="126">
                  <c:v>-0.374513</c:v>
                </c:pt>
                <c:pt idx="127">
                  <c:v>-0.344496</c:v>
                </c:pt>
                <c:pt idx="128">
                  <c:v>-0.340882</c:v>
                </c:pt>
                <c:pt idx="129">
                  <c:v>-0.325368</c:v>
                </c:pt>
                <c:pt idx="130">
                  <c:v>-0.327739</c:v>
                </c:pt>
                <c:pt idx="131">
                  <c:v>-0.336082</c:v>
                </c:pt>
                <c:pt idx="132">
                  <c:v>-0.33728</c:v>
                </c:pt>
                <c:pt idx="133">
                  <c:v>-0.314181</c:v>
                </c:pt>
                <c:pt idx="134">
                  <c:v>-0.295045</c:v>
                </c:pt>
                <c:pt idx="135">
                  <c:v>-0.313011</c:v>
                </c:pt>
                <c:pt idx="136">
                  <c:v>-0.335484</c:v>
                </c:pt>
                <c:pt idx="137">
                  <c:v>-0.354808</c:v>
                </c:pt>
                <c:pt idx="138">
                  <c:v>-0.359698</c:v>
                </c:pt>
                <c:pt idx="139">
                  <c:v>-0.368932</c:v>
                </c:pt>
                <c:pt idx="140">
                  <c:v>-0.358474</c:v>
                </c:pt>
                <c:pt idx="141">
                  <c:v>-0.331902</c:v>
                </c:pt>
                <c:pt idx="142">
                  <c:v>-0.332498</c:v>
                </c:pt>
                <c:pt idx="143">
                  <c:v>-0.328333</c:v>
                </c:pt>
                <c:pt idx="144">
                  <c:v>-0.33728</c:v>
                </c:pt>
                <c:pt idx="145">
                  <c:v>-0.370789</c:v>
                </c:pt>
                <c:pt idx="146">
                  <c:v>-0.370789</c:v>
                </c:pt>
                <c:pt idx="147">
                  <c:v>-0.38892</c:v>
                </c:pt>
                <c:pt idx="148">
                  <c:v>-0.373892</c:v>
                </c:pt>
                <c:pt idx="149">
                  <c:v>-0.385142</c:v>
                </c:pt>
                <c:pt idx="150">
                  <c:v>-0.368932</c:v>
                </c:pt>
                <c:pt idx="151">
                  <c:v>-0.383886</c:v>
                </c:pt>
                <c:pt idx="152">
                  <c:v>-0.372649</c:v>
                </c:pt>
                <c:pt idx="153">
                  <c:v>-0.38577</c:v>
                </c:pt>
                <c:pt idx="154">
                  <c:v>-0.387667</c:v>
                </c:pt>
                <c:pt idx="155">
                  <c:v>-0.419825</c:v>
                </c:pt>
                <c:pt idx="156">
                  <c:v>-0.430998</c:v>
                </c:pt>
                <c:pt idx="157">
                  <c:v>-0.428358</c:v>
                </c:pt>
                <c:pt idx="158">
                  <c:v>-0.439627</c:v>
                </c:pt>
                <c:pt idx="159">
                  <c:v>-0.412661</c:v>
                </c:pt>
                <c:pt idx="160">
                  <c:v>-0.40426</c:v>
                </c:pt>
                <c:pt idx="161">
                  <c:v>-0.394654</c:v>
                </c:pt>
                <c:pt idx="162">
                  <c:v>-0.388934</c:v>
                </c:pt>
                <c:pt idx="163">
                  <c:v>-0.367617</c:v>
                </c:pt>
                <c:pt idx="164">
                  <c:v>-0.355286</c:v>
                </c:pt>
                <c:pt idx="165">
                  <c:v>-0.355286</c:v>
                </c:pt>
                <c:pt idx="166">
                  <c:v>-0.394654</c:v>
                </c:pt>
                <c:pt idx="167">
                  <c:v>-0.380101</c:v>
                </c:pt>
                <c:pt idx="168">
                  <c:v>-0.407483</c:v>
                </c:pt>
                <c:pt idx="169">
                  <c:v>-0.377592</c:v>
                </c:pt>
                <c:pt idx="170">
                  <c:v>-0.358354</c:v>
                </c:pt>
                <c:pt idx="171">
                  <c:v>-0.334067</c:v>
                </c:pt>
                <c:pt idx="172">
                  <c:v>-0.357126</c:v>
                </c:pt>
                <c:pt idx="173">
                  <c:v>-0.386403</c:v>
                </c:pt>
                <c:pt idx="174">
                  <c:v>-0.411364</c:v>
                </c:pt>
                <c:pt idx="175">
                  <c:v>-0.432983</c:v>
                </c:pt>
                <c:pt idx="176">
                  <c:v>-0.449005</c:v>
                </c:pt>
                <c:pt idx="177">
                  <c:v>-0.445645</c:v>
                </c:pt>
                <c:pt idx="178">
                  <c:v>-0.436964</c:v>
                </c:pt>
                <c:pt idx="179">
                  <c:v>-0.438961</c:v>
                </c:pt>
                <c:pt idx="180">
                  <c:v>-0.429677</c:v>
                </c:pt>
                <c:pt idx="181">
                  <c:v>-0.425067</c:v>
                </c:pt>
                <c:pt idx="182">
                  <c:v>-0.426382</c:v>
                </c:pt>
                <c:pt idx="183">
                  <c:v>-0.452375</c:v>
                </c:pt>
                <c:pt idx="184">
                  <c:v>-0.446988</c:v>
                </c:pt>
                <c:pt idx="185">
                  <c:v>-0.442966</c:v>
                </c:pt>
                <c:pt idx="186">
                  <c:v>-0.441629</c:v>
                </c:pt>
                <c:pt idx="187">
                  <c:v>-0.462555</c:v>
                </c:pt>
                <c:pt idx="188">
                  <c:v>-0.487418</c:v>
                </c:pt>
                <c:pt idx="189">
                  <c:v>-0.497963</c:v>
                </c:pt>
                <c:pt idx="190">
                  <c:v>-0.503633</c:v>
                </c:pt>
                <c:pt idx="191">
                  <c:v>-0.474909</c:v>
                </c:pt>
                <c:pt idx="192">
                  <c:v>-0.476983</c:v>
                </c:pt>
                <c:pt idx="193">
                  <c:v>-0.461873</c:v>
                </c:pt>
                <c:pt idx="194">
                  <c:v>-0.4756</c:v>
                </c:pt>
                <c:pt idx="195">
                  <c:v>-0.481839</c:v>
                </c:pt>
                <c:pt idx="196">
                  <c:v>-0.50862</c:v>
                </c:pt>
                <c:pt idx="197">
                  <c:v>-0.556161</c:v>
                </c:pt>
                <c:pt idx="198">
                  <c:v>-0.536138</c:v>
                </c:pt>
                <c:pt idx="199">
                  <c:v>-0.511482</c:v>
                </c:pt>
                <c:pt idx="200">
                  <c:v>-0.520115</c:v>
                </c:pt>
                <c:pt idx="201">
                  <c:v>-0.540553</c:v>
                </c:pt>
                <c:pt idx="202">
                  <c:v>-0.533938</c:v>
                </c:pt>
                <c:pt idx="203">
                  <c:v>-0.551677</c:v>
                </c:pt>
                <c:pt idx="204">
                  <c:v>-0.555412</c:v>
                </c:pt>
                <c:pt idx="205">
                  <c:v>-0.550187</c:v>
                </c:pt>
                <c:pt idx="206">
                  <c:v>-0.515789</c:v>
                </c:pt>
                <c:pt idx="207">
                  <c:v>-0.507906</c:v>
                </c:pt>
                <c:pt idx="208">
                  <c:v>-0.547213</c:v>
                </c:pt>
                <c:pt idx="209">
                  <c:v>-0.550187</c:v>
                </c:pt>
                <c:pt idx="210">
                  <c:v>-0.565947</c:v>
                </c:pt>
                <c:pt idx="211">
                  <c:v>-0.59045</c:v>
                </c:pt>
                <c:pt idx="212">
                  <c:v>-0.552422</c:v>
                </c:pt>
                <c:pt idx="213">
                  <c:v>-0.556911</c:v>
                </c:pt>
                <c:pt idx="214">
                  <c:v>-0.520115</c:v>
                </c:pt>
                <c:pt idx="215">
                  <c:v>-0.526639</c:v>
                </c:pt>
                <c:pt idx="216">
                  <c:v>-0.539816</c:v>
                </c:pt>
                <c:pt idx="217">
                  <c:v>-0.517229</c:v>
                </c:pt>
                <c:pt idx="218">
                  <c:v>-0.533938</c:v>
                </c:pt>
                <c:pt idx="219">
                  <c:v>-0.557661</c:v>
                </c:pt>
                <c:pt idx="220">
                  <c:v>-0.559914</c:v>
                </c:pt>
                <c:pt idx="221">
                  <c:v>-0.582728</c:v>
                </c:pt>
                <c:pt idx="222">
                  <c:v>-0.570496</c:v>
                </c:pt>
                <c:pt idx="223">
                  <c:v>-0.613187</c:v>
                </c:pt>
                <c:pt idx="224">
                  <c:v>-0.630845</c:v>
                </c:pt>
                <c:pt idx="225">
                  <c:v>-0.624387</c:v>
                </c:pt>
                <c:pt idx="226">
                  <c:v>-0.594274</c:v>
                </c:pt>
                <c:pt idx="227">
                  <c:v>-0.564284</c:v>
                </c:pt>
                <c:pt idx="228">
                  <c:v>-0.568839</c:v>
                </c:pt>
                <c:pt idx="229">
                  <c:v>-0.617173</c:v>
                </c:pt>
                <c:pt idx="230">
                  <c:v>-0.610804</c:v>
                </c:pt>
                <c:pt idx="231">
                  <c:v>-0.587273</c:v>
                </c:pt>
                <c:pt idx="232">
                  <c:v>-0.659594</c:v>
                </c:pt>
                <c:pt idx="233">
                  <c:v>-0.667122</c:v>
                </c:pt>
                <c:pt idx="234">
                  <c:v>-0.652949</c:v>
                </c:pt>
                <c:pt idx="235">
                  <c:v>-0.667962</c:v>
                </c:pt>
                <c:pt idx="236">
                  <c:v>-0.663769</c:v>
                </c:pt>
                <c:pt idx="237">
                  <c:v>-0.702153</c:v>
                </c:pt>
                <c:pt idx="238">
                  <c:v>-0.745697</c:v>
                </c:pt>
                <c:pt idx="239">
                  <c:v>-0.757574</c:v>
                </c:pt>
                <c:pt idx="240">
                  <c:v>-0.788375</c:v>
                </c:pt>
                <c:pt idx="241">
                  <c:v>-0.853988</c:v>
                </c:pt>
                <c:pt idx="242">
                  <c:v>-0.884823</c:v>
                </c:pt>
                <c:pt idx="243">
                  <c:v>-0.823093</c:v>
                </c:pt>
                <c:pt idx="244">
                  <c:v>-0.787427</c:v>
                </c:pt>
                <c:pt idx="245">
                  <c:v>-0.766808</c:v>
                </c:pt>
                <c:pt idx="246">
                  <c:v>-0.709134</c:v>
                </c:pt>
                <c:pt idx="247">
                  <c:v>-0.752989</c:v>
                </c:pt>
                <c:pt idx="248">
                  <c:v>-0.71001</c:v>
                </c:pt>
                <c:pt idx="249">
                  <c:v>-0.746605</c:v>
                </c:pt>
                <c:pt idx="250">
                  <c:v>-0.718813</c:v>
                </c:pt>
                <c:pt idx="251">
                  <c:v>-0.733061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2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;&quot;−&quot;0.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Spread na formação, com faixa de ±2 desvios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Spread</c:v>
                </c:pt>
              </c:strCache>
            </c:strRef>
          </c:tx>
          <c:spPr>
            <a:solidFill>
              <a:srgbClr val="7B2FBE"/>
            </a:solidFill>
            <a:ln w="22225" cap="flat">
              <a:solidFill>
                <a:srgbClr val="7B2FB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B2FBE"/>
              </a:solidFill>
              <a:ln w="9525" cap="flat">
                <a:solidFill>
                  <a:srgbClr val="7B2F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Sheet1!$A$2:$A$253</c:f>
              <c:multiLvlStrCache>
                <c:ptCount val="252"/>
                <c:lvl>
                  <c:pt idx="0">
                    <c:v>dez/13</c:v>
                  </c:pt>
                  <c:pt idx="1">
                    <c:v>dez/13</c:v>
                  </c:pt>
                  <c:pt idx="2">
                    <c:v>dez/13</c:v>
                  </c:pt>
                  <c:pt idx="3">
                    <c:v>dez/13</c:v>
                  </c:pt>
                  <c:pt idx="4">
                    <c:v>jan/14</c:v>
                  </c:pt>
                  <c:pt idx="5">
                    <c:v>jan/14</c:v>
                  </c:pt>
                  <c:pt idx="6">
                    <c:v>jan/14</c:v>
                  </c:pt>
                  <c:pt idx="7">
                    <c:v>jan/14</c:v>
                  </c:pt>
                  <c:pt idx="8">
                    <c:v>jan/14</c:v>
                  </c:pt>
                  <c:pt idx="9">
                    <c:v>jan/14</c:v>
                  </c:pt>
                  <c:pt idx="10">
                    <c:v>jan/14</c:v>
                  </c:pt>
                  <c:pt idx="11">
                    <c:v>jan/14</c:v>
                  </c:pt>
                  <c:pt idx="12">
                    <c:v>jan/14</c:v>
                  </c:pt>
                  <c:pt idx="13">
                    <c:v>jan/14</c:v>
                  </c:pt>
                  <c:pt idx="14">
                    <c:v>jan/14</c:v>
                  </c:pt>
                  <c:pt idx="15">
                    <c:v>jan/14</c:v>
                  </c:pt>
                  <c:pt idx="16">
                    <c:v>jan/14</c:v>
                  </c:pt>
                  <c:pt idx="17">
                    <c:v>jan/14</c:v>
                  </c:pt>
                  <c:pt idx="18">
                    <c:v>jan/14</c:v>
                  </c:pt>
                  <c:pt idx="19">
                    <c:v>jan/14</c:v>
                  </c:pt>
                  <c:pt idx="20">
                    <c:v>jan/14</c:v>
                  </c:pt>
                  <c:pt idx="21">
                    <c:v>jan/14</c:v>
                  </c:pt>
                  <c:pt idx="22">
                    <c:v>jan/14</c:v>
                  </c:pt>
                  <c:pt idx="23">
                    <c:v>jan/14</c:v>
                  </c:pt>
                  <c:pt idx="24">
                    <c:v>jan/14</c:v>
                  </c:pt>
                  <c:pt idx="25">
                    <c:v>jan/14</c:v>
                  </c:pt>
                  <c:pt idx="26">
                    <c:v>fev/14</c:v>
                  </c:pt>
                  <c:pt idx="27">
                    <c:v>fev/14</c:v>
                  </c:pt>
                  <c:pt idx="28">
                    <c:v>fev/14</c:v>
                  </c:pt>
                  <c:pt idx="29">
                    <c:v>fev/14</c:v>
                  </c:pt>
                  <c:pt idx="30">
                    <c:v>fev/14</c:v>
                  </c:pt>
                  <c:pt idx="31">
                    <c:v>fev/14</c:v>
                  </c:pt>
                  <c:pt idx="32">
                    <c:v>fev/14</c:v>
                  </c:pt>
                  <c:pt idx="33">
                    <c:v>fev/14</c:v>
                  </c:pt>
                  <c:pt idx="34">
                    <c:v>fev/14</c:v>
                  </c:pt>
                  <c:pt idx="35">
                    <c:v>fev/14</c:v>
                  </c:pt>
                  <c:pt idx="36">
                    <c:v>fev/14</c:v>
                  </c:pt>
                  <c:pt idx="37">
                    <c:v>fev/14</c:v>
                  </c:pt>
                  <c:pt idx="38">
                    <c:v>fev/14</c:v>
                  </c:pt>
                  <c:pt idx="39">
                    <c:v>fev/14</c:v>
                  </c:pt>
                  <c:pt idx="40">
                    <c:v>fev/14</c:v>
                  </c:pt>
                  <c:pt idx="41">
                    <c:v>fev/14</c:v>
                  </c:pt>
                  <c:pt idx="42">
                    <c:v>fev/14</c:v>
                  </c:pt>
                  <c:pt idx="43">
                    <c:v>fev/14</c:v>
                  </c:pt>
                  <c:pt idx="44">
                    <c:v>fev/14</c:v>
                  </c:pt>
                  <c:pt idx="45">
                    <c:v>fev/14</c:v>
                  </c:pt>
                  <c:pt idx="46">
                    <c:v>mar/14</c:v>
                  </c:pt>
                  <c:pt idx="47">
                    <c:v>mar/14</c:v>
                  </c:pt>
                  <c:pt idx="48">
                    <c:v>mar/14</c:v>
                  </c:pt>
                  <c:pt idx="49">
                    <c:v>mar/14</c:v>
                  </c:pt>
                  <c:pt idx="50">
                    <c:v>mar/14</c:v>
                  </c:pt>
                  <c:pt idx="51">
                    <c:v>mar/14</c:v>
                  </c:pt>
                  <c:pt idx="52">
                    <c:v>mar/14</c:v>
                  </c:pt>
                  <c:pt idx="53">
                    <c:v>mar/14</c:v>
                  </c:pt>
                  <c:pt idx="54">
                    <c:v>mar/14</c:v>
                  </c:pt>
                  <c:pt idx="55">
                    <c:v>mar/14</c:v>
                  </c:pt>
                  <c:pt idx="56">
                    <c:v>mar/14</c:v>
                  </c:pt>
                  <c:pt idx="57">
                    <c:v>mar/14</c:v>
                  </c:pt>
                  <c:pt idx="58">
                    <c:v>mar/14</c:v>
                  </c:pt>
                  <c:pt idx="59">
                    <c:v>mar/14</c:v>
                  </c:pt>
                  <c:pt idx="60">
                    <c:v>mar/14</c:v>
                  </c:pt>
                  <c:pt idx="61">
                    <c:v>mar/14</c:v>
                  </c:pt>
                  <c:pt idx="62">
                    <c:v>mar/14</c:v>
                  </c:pt>
                  <c:pt idx="63">
                    <c:v>mar/14</c:v>
                  </c:pt>
                  <c:pt idx="64">
                    <c:v>mar/14</c:v>
                  </c:pt>
                  <c:pt idx="65">
                    <c:v>abr/14</c:v>
                  </c:pt>
                  <c:pt idx="66">
                    <c:v>abr/14</c:v>
                  </c:pt>
                  <c:pt idx="67">
                    <c:v>abr/14</c:v>
                  </c:pt>
                  <c:pt idx="68">
                    <c:v>abr/14</c:v>
                  </c:pt>
                  <c:pt idx="69">
                    <c:v>abr/14</c:v>
                  </c:pt>
                  <c:pt idx="70">
                    <c:v>abr/14</c:v>
                  </c:pt>
                  <c:pt idx="71">
                    <c:v>abr/14</c:v>
                  </c:pt>
                  <c:pt idx="72">
                    <c:v>abr/14</c:v>
                  </c:pt>
                  <c:pt idx="73">
                    <c:v>abr/14</c:v>
                  </c:pt>
                  <c:pt idx="74">
                    <c:v>abr/14</c:v>
                  </c:pt>
                  <c:pt idx="75">
                    <c:v>abr/14</c:v>
                  </c:pt>
                  <c:pt idx="76">
                    <c:v>abr/14</c:v>
                  </c:pt>
                  <c:pt idx="77">
                    <c:v>abr/14</c:v>
                  </c:pt>
                  <c:pt idx="78">
                    <c:v>abr/14</c:v>
                  </c:pt>
                  <c:pt idx="79">
                    <c:v>abr/14</c:v>
                  </c:pt>
                  <c:pt idx="80">
                    <c:v>abr/14</c:v>
                  </c:pt>
                  <c:pt idx="81">
                    <c:v>abr/14</c:v>
                  </c:pt>
                  <c:pt idx="82">
                    <c:v>abr/14</c:v>
                  </c:pt>
                  <c:pt idx="83">
                    <c:v>abr/14</c:v>
                  </c:pt>
                  <c:pt idx="84">
                    <c:v>abr/14</c:v>
                  </c:pt>
                  <c:pt idx="85">
                    <c:v>mai/14</c:v>
                  </c:pt>
                  <c:pt idx="86">
                    <c:v>mai/14</c:v>
                  </c:pt>
                  <c:pt idx="87">
                    <c:v>mai/14</c:v>
                  </c:pt>
                  <c:pt idx="88">
                    <c:v>mai/14</c:v>
                  </c:pt>
                  <c:pt idx="89">
                    <c:v>mai/14</c:v>
                  </c:pt>
                  <c:pt idx="90">
                    <c:v>mai/14</c:v>
                  </c:pt>
                  <c:pt idx="91">
                    <c:v>mai/14</c:v>
                  </c:pt>
                  <c:pt idx="92">
                    <c:v>mai/14</c:v>
                  </c:pt>
                  <c:pt idx="93">
                    <c:v>mai/14</c:v>
                  </c:pt>
                  <c:pt idx="94">
                    <c:v>mai/14</c:v>
                  </c:pt>
                  <c:pt idx="95">
                    <c:v>mai/14</c:v>
                  </c:pt>
                  <c:pt idx="96">
                    <c:v>mai/14</c:v>
                  </c:pt>
                  <c:pt idx="97">
                    <c:v>mai/14</c:v>
                  </c:pt>
                  <c:pt idx="98">
                    <c:v>mai/14</c:v>
                  </c:pt>
                  <c:pt idx="99">
                    <c:v>mai/14</c:v>
                  </c:pt>
                  <c:pt idx="100">
                    <c:v>mai/14</c:v>
                  </c:pt>
                  <c:pt idx="101">
                    <c:v>mai/14</c:v>
                  </c:pt>
                  <c:pt idx="102">
                    <c:v>mai/14</c:v>
                  </c:pt>
                  <c:pt idx="103">
                    <c:v>mai/14</c:v>
                  </c:pt>
                  <c:pt idx="104">
                    <c:v>mai/14</c:v>
                  </c:pt>
                  <c:pt idx="105">
                    <c:v>mai/14</c:v>
                  </c:pt>
                  <c:pt idx="106">
                    <c:v>jun/14</c:v>
                  </c:pt>
                  <c:pt idx="107">
                    <c:v>jun/14</c:v>
                  </c:pt>
                  <c:pt idx="108">
                    <c:v>jun/14</c:v>
                  </c:pt>
                  <c:pt idx="109">
                    <c:v>jun/14</c:v>
                  </c:pt>
                  <c:pt idx="110">
                    <c:v>jun/14</c:v>
                  </c:pt>
                  <c:pt idx="111">
                    <c:v>jun/14</c:v>
                  </c:pt>
                  <c:pt idx="112">
                    <c:v>jun/14</c:v>
                  </c:pt>
                  <c:pt idx="113">
                    <c:v>jun/14</c:v>
                  </c:pt>
                  <c:pt idx="114">
                    <c:v>jun/14</c:v>
                  </c:pt>
                  <c:pt idx="115">
                    <c:v>jun/14</c:v>
                  </c:pt>
                  <c:pt idx="116">
                    <c:v>jun/14</c:v>
                  </c:pt>
                  <c:pt idx="117">
                    <c:v>jun/14</c:v>
                  </c:pt>
                  <c:pt idx="118">
                    <c:v>jun/14</c:v>
                  </c:pt>
                  <c:pt idx="119">
                    <c:v>jun/14</c:v>
                  </c:pt>
                  <c:pt idx="120">
                    <c:v>jun/14</c:v>
                  </c:pt>
                  <c:pt idx="121">
                    <c:v>jun/14</c:v>
                  </c:pt>
                  <c:pt idx="122">
                    <c:v>jun/14</c:v>
                  </c:pt>
                  <c:pt idx="123">
                    <c:v>jun/14</c:v>
                  </c:pt>
                  <c:pt idx="124">
                    <c:v>jun/14</c:v>
                  </c:pt>
                  <c:pt idx="125">
                    <c:v>jul/14</c:v>
                  </c:pt>
                  <c:pt idx="126">
                    <c:v>jul/14</c:v>
                  </c:pt>
                  <c:pt idx="127">
                    <c:v>jul/14</c:v>
                  </c:pt>
                  <c:pt idx="128">
                    <c:v>jul/14</c:v>
                  </c:pt>
                  <c:pt idx="129">
                    <c:v>jul/14</c:v>
                  </c:pt>
                  <c:pt idx="130">
                    <c:v>jul/14</c:v>
                  </c:pt>
                  <c:pt idx="131">
                    <c:v>jul/14</c:v>
                  </c:pt>
                  <c:pt idx="132">
                    <c:v>jul/14</c:v>
                  </c:pt>
                  <c:pt idx="133">
                    <c:v>jul/14</c:v>
                  </c:pt>
                  <c:pt idx="134">
                    <c:v>jul/14</c:v>
                  </c:pt>
                  <c:pt idx="135">
                    <c:v>jul/14</c:v>
                  </c:pt>
                  <c:pt idx="136">
                    <c:v>jul/14</c:v>
                  </c:pt>
                  <c:pt idx="137">
                    <c:v>jul/14</c:v>
                  </c:pt>
                  <c:pt idx="138">
                    <c:v>jul/14</c:v>
                  </c:pt>
                  <c:pt idx="139">
                    <c:v>jul/14</c:v>
                  </c:pt>
                  <c:pt idx="140">
                    <c:v>jul/14</c:v>
                  </c:pt>
                  <c:pt idx="141">
                    <c:v>jul/14</c:v>
                  </c:pt>
                  <c:pt idx="142">
                    <c:v>jul/14</c:v>
                  </c:pt>
                  <c:pt idx="143">
                    <c:v>jul/14</c:v>
                  </c:pt>
                  <c:pt idx="144">
                    <c:v>jul/14</c:v>
                  </c:pt>
                  <c:pt idx="145">
                    <c:v>jul/14</c:v>
                  </c:pt>
                  <c:pt idx="146">
                    <c:v>jul/14</c:v>
                  </c:pt>
                  <c:pt idx="147">
                    <c:v>ago/14</c:v>
                  </c:pt>
                  <c:pt idx="148">
                    <c:v>ago/14</c:v>
                  </c:pt>
                  <c:pt idx="149">
                    <c:v>ago/14</c:v>
                  </c:pt>
                  <c:pt idx="150">
                    <c:v>ago/14</c:v>
                  </c:pt>
                  <c:pt idx="151">
                    <c:v>ago/14</c:v>
                  </c:pt>
                  <c:pt idx="152">
                    <c:v>ago/14</c:v>
                  </c:pt>
                  <c:pt idx="153">
                    <c:v>ago/14</c:v>
                  </c:pt>
                  <c:pt idx="154">
                    <c:v>ago/14</c:v>
                  </c:pt>
                  <c:pt idx="155">
                    <c:v>ago/14</c:v>
                  </c:pt>
                  <c:pt idx="156">
                    <c:v>ago/14</c:v>
                  </c:pt>
                  <c:pt idx="157">
                    <c:v>ago/14</c:v>
                  </c:pt>
                  <c:pt idx="158">
                    <c:v>ago/14</c:v>
                  </c:pt>
                  <c:pt idx="159">
                    <c:v>ago/14</c:v>
                  </c:pt>
                  <c:pt idx="160">
                    <c:v>ago/14</c:v>
                  </c:pt>
                  <c:pt idx="161">
                    <c:v>ago/14</c:v>
                  </c:pt>
                  <c:pt idx="162">
                    <c:v>ago/14</c:v>
                  </c:pt>
                  <c:pt idx="163">
                    <c:v>ago/14</c:v>
                  </c:pt>
                  <c:pt idx="164">
                    <c:v>ago/14</c:v>
                  </c:pt>
                  <c:pt idx="165">
                    <c:v>ago/14</c:v>
                  </c:pt>
                  <c:pt idx="166">
                    <c:v>ago/14</c:v>
                  </c:pt>
                  <c:pt idx="167">
                    <c:v>ago/14</c:v>
                  </c:pt>
                  <c:pt idx="168">
                    <c:v>set/14</c:v>
                  </c:pt>
                  <c:pt idx="169">
                    <c:v>set/14</c:v>
                  </c:pt>
                  <c:pt idx="170">
                    <c:v>set/14</c:v>
                  </c:pt>
                  <c:pt idx="171">
                    <c:v>set/14</c:v>
                  </c:pt>
                  <c:pt idx="172">
                    <c:v>set/14</c:v>
                  </c:pt>
                  <c:pt idx="173">
                    <c:v>set/14</c:v>
                  </c:pt>
                  <c:pt idx="174">
                    <c:v>set/14</c:v>
                  </c:pt>
                  <c:pt idx="175">
                    <c:v>set/14</c:v>
                  </c:pt>
                  <c:pt idx="176">
                    <c:v>set/14</c:v>
                  </c:pt>
                  <c:pt idx="177">
                    <c:v>set/14</c:v>
                  </c:pt>
                  <c:pt idx="178">
                    <c:v>set/14</c:v>
                  </c:pt>
                  <c:pt idx="179">
                    <c:v>set/14</c:v>
                  </c:pt>
                  <c:pt idx="180">
                    <c:v>set/14</c:v>
                  </c:pt>
                  <c:pt idx="181">
                    <c:v>set/14</c:v>
                  </c:pt>
                  <c:pt idx="182">
                    <c:v>set/14</c:v>
                  </c:pt>
                  <c:pt idx="183">
                    <c:v>set/14</c:v>
                  </c:pt>
                  <c:pt idx="184">
                    <c:v>set/14</c:v>
                  </c:pt>
                  <c:pt idx="185">
                    <c:v>set/14</c:v>
                  </c:pt>
                  <c:pt idx="186">
                    <c:v>set/14</c:v>
                  </c:pt>
                  <c:pt idx="187">
                    <c:v>set/14</c:v>
                  </c:pt>
                  <c:pt idx="188">
                    <c:v>set/14</c:v>
                  </c:pt>
                  <c:pt idx="189">
                    <c:v>set/14</c:v>
                  </c:pt>
                  <c:pt idx="190">
                    <c:v>out/14</c:v>
                  </c:pt>
                  <c:pt idx="191">
                    <c:v>out/14</c:v>
                  </c:pt>
                  <c:pt idx="192">
                    <c:v>out/14</c:v>
                  </c:pt>
                  <c:pt idx="193">
                    <c:v>out/14</c:v>
                  </c:pt>
                  <c:pt idx="194">
                    <c:v>out/14</c:v>
                  </c:pt>
                  <c:pt idx="195">
                    <c:v>out/14</c:v>
                  </c:pt>
                  <c:pt idx="196">
                    <c:v>out/14</c:v>
                  </c:pt>
                  <c:pt idx="197">
                    <c:v>out/14</c:v>
                  </c:pt>
                  <c:pt idx="198">
                    <c:v>out/14</c:v>
                  </c:pt>
                  <c:pt idx="199">
                    <c:v>out/14</c:v>
                  </c:pt>
                  <c:pt idx="200">
                    <c:v>out/14</c:v>
                  </c:pt>
                  <c:pt idx="201">
                    <c:v>out/14</c:v>
                  </c:pt>
                  <c:pt idx="202">
                    <c:v>out/14</c:v>
                  </c:pt>
                  <c:pt idx="203">
                    <c:v>out/14</c:v>
                  </c:pt>
                  <c:pt idx="204">
                    <c:v>out/14</c:v>
                  </c:pt>
                  <c:pt idx="205">
                    <c:v>out/14</c:v>
                  </c:pt>
                  <c:pt idx="206">
                    <c:v>out/14</c:v>
                  </c:pt>
                  <c:pt idx="207">
                    <c:v>out/14</c:v>
                  </c:pt>
                  <c:pt idx="208">
                    <c:v>out/14</c:v>
                  </c:pt>
                  <c:pt idx="209">
                    <c:v>out/14</c:v>
                  </c:pt>
                  <c:pt idx="210">
                    <c:v>out/14</c:v>
                  </c:pt>
                  <c:pt idx="211">
                    <c:v>out/14</c:v>
                  </c:pt>
                  <c:pt idx="212">
                    <c:v>out/14</c:v>
                  </c:pt>
                  <c:pt idx="213">
                    <c:v>nov/14</c:v>
                  </c:pt>
                  <c:pt idx="214">
                    <c:v>nov/14</c:v>
                  </c:pt>
                  <c:pt idx="215">
                    <c:v>nov/14</c:v>
                  </c:pt>
                  <c:pt idx="216">
                    <c:v>nov/14</c:v>
                  </c:pt>
                  <c:pt idx="217">
                    <c:v>nov/14</c:v>
                  </c:pt>
                  <c:pt idx="218">
                    <c:v>nov/14</c:v>
                  </c:pt>
                  <c:pt idx="219">
                    <c:v>nov/14</c:v>
                  </c:pt>
                  <c:pt idx="220">
                    <c:v>nov/14</c:v>
                  </c:pt>
                  <c:pt idx="221">
                    <c:v>nov/14</c:v>
                  </c:pt>
                  <c:pt idx="222">
                    <c:v>nov/14</c:v>
                  </c:pt>
                  <c:pt idx="223">
                    <c:v>nov/14</c:v>
                  </c:pt>
                  <c:pt idx="224">
                    <c:v>nov/14</c:v>
                  </c:pt>
                  <c:pt idx="225">
                    <c:v>nov/14</c:v>
                  </c:pt>
                  <c:pt idx="226">
                    <c:v>nov/14</c:v>
                  </c:pt>
                  <c:pt idx="227">
                    <c:v>nov/14</c:v>
                  </c:pt>
                  <c:pt idx="228">
                    <c:v>nov/14</c:v>
                  </c:pt>
                  <c:pt idx="229">
                    <c:v>nov/14</c:v>
                  </c:pt>
                  <c:pt idx="230">
                    <c:v>nov/14</c:v>
                  </c:pt>
                  <c:pt idx="231">
                    <c:v>nov/14</c:v>
                  </c:pt>
                  <c:pt idx="232">
                    <c:v>dez/14</c:v>
                  </c:pt>
                  <c:pt idx="233">
                    <c:v>dez/14</c:v>
                  </c:pt>
                  <c:pt idx="234">
                    <c:v>dez/14</c:v>
                  </c:pt>
                  <c:pt idx="235">
                    <c:v>dez/14</c:v>
                  </c:pt>
                  <c:pt idx="236">
                    <c:v>dez/14</c:v>
                  </c:pt>
                  <c:pt idx="237">
                    <c:v>dez/14</c:v>
                  </c:pt>
                  <c:pt idx="238">
                    <c:v>dez/14</c:v>
                  </c:pt>
                  <c:pt idx="239">
                    <c:v>dez/14</c:v>
                  </c:pt>
                  <c:pt idx="240">
                    <c:v>dez/14</c:v>
                  </c:pt>
                  <c:pt idx="241">
                    <c:v>dez/14</c:v>
                  </c:pt>
                  <c:pt idx="242">
                    <c:v>dez/14</c:v>
                  </c:pt>
                  <c:pt idx="243">
                    <c:v>dez/14</c:v>
                  </c:pt>
                  <c:pt idx="244">
                    <c:v>dez/14</c:v>
                  </c:pt>
                  <c:pt idx="245">
                    <c:v>dez/14</c:v>
                  </c:pt>
                  <c:pt idx="246">
                    <c:v>dez/14</c:v>
                  </c:pt>
                  <c:pt idx="247">
                    <c:v>dez/14</c:v>
                  </c:pt>
                  <c:pt idx="248">
                    <c:v>dez/14</c:v>
                  </c:pt>
                  <c:pt idx="249">
                    <c:v>dez/14</c:v>
                  </c:pt>
                  <c:pt idx="250">
                    <c:v>dez/14</c:v>
                  </c:pt>
                  <c:pt idx="251">
                    <c:v>dez/14</c:v>
                  </c:pt>
                </c:lvl>
              </c:multiLvlStrCache>
            </c:multiLvlStrRef>
          </c:cat>
          <c:val>
            <c:numRef>
              <c:f>Sheet1!$B$2:$B$253</c:f>
              <c:numCache>
                <c:formatCode>General</c:formatCode>
                <c:ptCount val="252"/>
                <c:pt idx="0">
                  <c:v>0.001419</c:v>
                </c:pt>
                <c:pt idx="1">
                  <c:v>0.0006</c:v>
                </c:pt>
                <c:pt idx="2">
                  <c:v>-0.009136</c:v>
                </c:pt>
                <c:pt idx="3">
                  <c:v>-0.015771</c:v>
                </c:pt>
                <c:pt idx="4">
                  <c:v>-0.0035</c:v>
                </c:pt>
                <c:pt idx="5">
                  <c:v>-0.002406</c:v>
                </c:pt>
                <c:pt idx="6">
                  <c:v>-0.006893</c:v>
                </c:pt>
                <c:pt idx="7">
                  <c:v>-0.002352</c:v>
                </c:pt>
                <c:pt idx="8">
                  <c:v>0.001344</c:v>
                </c:pt>
                <c:pt idx="9">
                  <c:v>0.002811</c:v>
                </c:pt>
                <c:pt idx="10">
                  <c:v>-0.001042</c:v>
                </c:pt>
                <c:pt idx="11">
                  <c:v>-0.003145</c:v>
                </c:pt>
                <c:pt idx="12">
                  <c:v>-0.014408</c:v>
                </c:pt>
                <c:pt idx="13">
                  <c:v>-0.009989</c:v>
                </c:pt>
                <c:pt idx="14">
                  <c:v>-0.013048</c:v>
                </c:pt>
                <c:pt idx="15">
                  <c:v>-0.011284</c:v>
                </c:pt>
                <c:pt idx="16">
                  <c:v>-0.010278</c:v>
                </c:pt>
                <c:pt idx="17">
                  <c:v>-0.009829</c:v>
                </c:pt>
                <c:pt idx="18">
                  <c:v>-0.010234</c:v>
                </c:pt>
                <c:pt idx="19">
                  <c:v>-0.0031</c:v>
                </c:pt>
                <c:pt idx="20">
                  <c:v>-0.009121</c:v>
                </c:pt>
                <c:pt idx="21">
                  <c:v>-0.00257</c:v>
                </c:pt>
                <c:pt idx="22">
                  <c:v>-0.003768</c:v>
                </c:pt>
                <c:pt idx="23">
                  <c:v>0.004018</c:v>
                </c:pt>
                <c:pt idx="24">
                  <c:v>-0.002985</c:v>
                </c:pt>
                <c:pt idx="25">
                  <c:v>-0.002094</c:v>
                </c:pt>
                <c:pt idx="26">
                  <c:v>0.002684</c:v>
                </c:pt>
                <c:pt idx="27">
                  <c:v>-0.005044</c:v>
                </c:pt>
                <c:pt idx="28">
                  <c:v>-0.008387</c:v>
                </c:pt>
                <c:pt idx="29">
                  <c:v>-0.014234</c:v>
                </c:pt>
                <c:pt idx="30">
                  <c:v>-0.003645</c:v>
                </c:pt>
                <c:pt idx="31">
                  <c:v>0.000161</c:v>
                </c:pt>
                <c:pt idx="32">
                  <c:v>-0.002249</c:v>
                </c:pt>
                <c:pt idx="33">
                  <c:v>0.00724</c:v>
                </c:pt>
                <c:pt idx="34">
                  <c:v>0.004035</c:v>
                </c:pt>
                <c:pt idx="35">
                  <c:v>0.008835</c:v>
                </c:pt>
                <c:pt idx="36">
                  <c:v>0.000085</c:v>
                </c:pt>
                <c:pt idx="37">
                  <c:v>-0.01355</c:v>
                </c:pt>
                <c:pt idx="38">
                  <c:v>-0.014491</c:v>
                </c:pt>
                <c:pt idx="39">
                  <c:v>-0.011774</c:v>
                </c:pt>
                <c:pt idx="40">
                  <c:v>-0.013023</c:v>
                </c:pt>
                <c:pt idx="41">
                  <c:v>-0.009778</c:v>
                </c:pt>
                <c:pt idx="42">
                  <c:v>-0.010301</c:v>
                </c:pt>
                <c:pt idx="43">
                  <c:v>-0.005246</c:v>
                </c:pt>
                <c:pt idx="44">
                  <c:v>-0.004983</c:v>
                </c:pt>
                <c:pt idx="45">
                  <c:v>-0.010605</c:v>
                </c:pt>
                <c:pt idx="46">
                  <c:v>-0.00505</c:v>
                </c:pt>
                <c:pt idx="47">
                  <c:v>0.00817</c:v>
                </c:pt>
                <c:pt idx="48">
                  <c:v>-0.006552</c:v>
                </c:pt>
                <c:pt idx="49">
                  <c:v>-0.001127</c:v>
                </c:pt>
                <c:pt idx="50">
                  <c:v>0.007983</c:v>
                </c:pt>
                <c:pt idx="51">
                  <c:v>0.000753</c:v>
                </c:pt>
                <c:pt idx="52">
                  <c:v>0.012522</c:v>
                </c:pt>
                <c:pt idx="53">
                  <c:v>0.015172</c:v>
                </c:pt>
                <c:pt idx="54">
                  <c:v>0.012395</c:v>
                </c:pt>
                <c:pt idx="55">
                  <c:v>0.011037</c:v>
                </c:pt>
                <c:pt idx="56">
                  <c:v>0.012974</c:v>
                </c:pt>
                <c:pt idx="57">
                  <c:v>0.021259</c:v>
                </c:pt>
                <c:pt idx="58">
                  <c:v>0.024361</c:v>
                </c:pt>
                <c:pt idx="59">
                  <c:v>0.026839</c:v>
                </c:pt>
                <c:pt idx="60">
                  <c:v>0.017775</c:v>
                </c:pt>
                <c:pt idx="61">
                  <c:v>0.017799</c:v>
                </c:pt>
                <c:pt idx="62">
                  <c:v>0.042068</c:v>
                </c:pt>
                <c:pt idx="63">
                  <c:v>0.030604</c:v>
                </c:pt>
                <c:pt idx="64">
                  <c:v>0.021532</c:v>
                </c:pt>
                <c:pt idx="65">
                  <c:v>0.007882</c:v>
                </c:pt>
                <c:pt idx="66">
                  <c:v>0.006089</c:v>
                </c:pt>
                <c:pt idx="67">
                  <c:v>0.003474</c:v>
                </c:pt>
                <c:pt idx="68">
                  <c:v>0.004868</c:v>
                </c:pt>
                <c:pt idx="69">
                  <c:v>-0.000902</c:v>
                </c:pt>
                <c:pt idx="70">
                  <c:v>0.006484</c:v>
                </c:pt>
                <c:pt idx="71">
                  <c:v>-0.006626</c:v>
                </c:pt>
                <c:pt idx="72">
                  <c:v>0.003273</c:v>
                </c:pt>
                <c:pt idx="73">
                  <c:v>-0.000975</c:v>
                </c:pt>
                <c:pt idx="74">
                  <c:v>-0.006702</c:v>
                </c:pt>
                <c:pt idx="75">
                  <c:v>0.004886</c:v>
                </c:pt>
                <c:pt idx="76">
                  <c:v>-0.003434</c:v>
                </c:pt>
                <c:pt idx="77">
                  <c:v>-0.001076</c:v>
                </c:pt>
                <c:pt idx="78">
                  <c:v>0.008443</c:v>
                </c:pt>
                <c:pt idx="79">
                  <c:v>0.001247</c:v>
                </c:pt>
                <c:pt idx="80">
                  <c:v>0.000878</c:v>
                </c:pt>
                <c:pt idx="81">
                  <c:v>0.005508</c:v>
                </c:pt>
                <c:pt idx="82">
                  <c:v>-0.000788</c:v>
                </c:pt>
                <c:pt idx="83">
                  <c:v>-0.000795</c:v>
                </c:pt>
                <c:pt idx="84">
                  <c:v>0.007262</c:v>
                </c:pt>
                <c:pt idx="85">
                  <c:v>0.013088</c:v>
                </c:pt>
                <c:pt idx="86">
                  <c:v>0.011507</c:v>
                </c:pt>
                <c:pt idx="87">
                  <c:v>0.009848</c:v>
                </c:pt>
                <c:pt idx="88">
                  <c:v>-0.000469</c:v>
                </c:pt>
                <c:pt idx="89">
                  <c:v>0.007655</c:v>
                </c:pt>
                <c:pt idx="90">
                  <c:v>0.006614</c:v>
                </c:pt>
                <c:pt idx="91">
                  <c:v>0.014671</c:v>
                </c:pt>
                <c:pt idx="92">
                  <c:v>0.007475</c:v>
                </c:pt>
                <c:pt idx="93">
                  <c:v>0.013696</c:v>
                </c:pt>
                <c:pt idx="94">
                  <c:v>0.010795</c:v>
                </c:pt>
                <c:pt idx="95">
                  <c:v>0.00784</c:v>
                </c:pt>
                <c:pt idx="96">
                  <c:v>0.001294</c:v>
                </c:pt>
                <c:pt idx="97">
                  <c:v>0.009093</c:v>
                </c:pt>
                <c:pt idx="98">
                  <c:v>0.011048</c:v>
                </c:pt>
                <c:pt idx="99">
                  <c:v>0.000992</c:v>
                </c:pt>
                <c:pt idx="100">
                  <c:v>0.001741</c:v>
                </c:pt>
                <c:pt idx="101">
                  <c:v>0.00447</c:v>
                </c:pt>
                <c:pt idx="102">
                  <c:v>0.003887</c:v>
                </c:pt>
                <c:pt idx="103">
                  <c:v>0.008603</c:v>
                </c:pt>
                <c:pt idx="104">
                  <c:v>-0.00518</c:v>
                </c:pt>
                <c:pt idx="105">
                  <c:v>-0.005347</c:v>
                </c:pt>
                <c:pt idx="106">
                  <c:v>-0.006224</c:v>
                </c:pt>
                <c:pt idx="107">
                  <c:v>-0.002767</c:v>
                </c:pt>
                <c:pt idx="108">
                  <c:v>-0.005537</c:v>
                </c:pt>
                <c:pt idx="109">
                  <c:v>-0.003231</c:v>
                </c:pt>
                <c:pt idx="110">
                  <c:v>-0.003736</c:v>
                </c:pt>
                <c:pt idx="111">
                  <c:v>-0.010604</c:v>
                </c:pt>
                <c:pt idx="112">
                  <c:v>-0.006641</c:v>
                </c:pt>
                <c:pt idx="113">
                  <c:v>-0.000994</c:v>
                </c:pt>
                <c:pt idx="114">
                  <c:v>0.004507</c:v>
                </c:pt>
                <c:pt idx="115">
                  <c:v>0.00193</c:v>
                </c:pt>
                <c:pt idx="116">
                  <c:v>0.006328</c:v>
                </c:pt>
                <c:pt idx="117">
                  <c:v>0.001902</c:v>
                </c:pt>
                <c:pt idx="118">
                  <c:v>0.002629</c:v>
                </c:pt>
                <c:pt idx="119">
                  <c:v>0.007716</c:v>
                </c:pt>
                <c:pt idx="120">
                  <c:v>0.008194</c:v>
                </c:pt>
                <c:pt idx="121">
                  <c:v>0.010011</c:v>
                </c:pt>
                <c:pt idx="122">
                  <c:v>0.010413</c:v>
                </c:pt>
                <c:pt idx="123">
                  <c:v>0.011011</c:v>
                </c:pt>
                <c:pt idx="124">
                  <c:v>0.00386</c:v>
                </c:pt>
                <c:pt idx="125">
                  <c:v>0.002503</c:v>
                </c:pt>
                <c:pt idx="126">
                  <c:v>0.003867</c:v>
                </c:pt>
                <c:pt idx="127">
                  <c:v>0.006122</c:v>
                </c:pt>
                <c:pt idx="128">
                  <c:v>0.007924</c:v>
                </c:pt>
                <c:pt idx="129">
                  <c:v>0.004603</c:v>
                </c:pt>
                <c:pt idx="130">
                  <c:v>0.00172</c:v>
                </c:pt>
                <c:pt idx="131">
                  <c:v>0.000627</c:v>
                </c:pt>
                <c:pt idx="132">
                  <c:v>0.004635</c:v>
                </c:pt>
                <c:pt idx="133">
                  <c:v>0.001552</c:v>
                </c:pt>
                <c:pt idx="134">
                  <c:v>-0.003153</c:v>
                </c:pt>
                <c:pt idx="135">
                  <c:v>0.005471</c:v>
                </c:pt>
                <c:pt idx="136">
                  <c:v>-0.005772</c:v>
                </c:pt>
                <c:pt idx="137">
                  <c:v>-0.007379</c:v>
                </c:pt>
                <c:pt idx="138">
                  <c:v>-0.008914</c:v>
                </c:pt>
                <c:pt idx="139">
                  <c:v>-0.009549</c:v>
                </c:pt>
                <c:pt idx="140">
                  <c:v>-0.011538</c:v>
                </c:pt>
                <c:pt idx="141">
                  <c:v>-0.006114</c:v>
                </c:pt>
                <c:pt idx="142">
                  <c:v>-0.004107</c:v>
                </c:pt>
                <c:pt idx="143">
                  <c:v>-0.006452</c:v>
                </c:pt>
                <c:pt idx="144">
                  <c:v>0.002451</c:v>
                </c:pt>
                <c:pt idx="145">
                  <c:v>0.007219</c:v>
                </c:pt>
                <c:pt idx="146">
                  <c:v>0.005722</c:v>
                </c:pt>
                <c:pt idx="147">
                  <c:v>0.005668</c:v>
                </c:pt>
                <c:pt idx="148">
                  <c:v>0.004804</c:v>
                </c:pt>
                <c:pt idx="149">
                  <c:v>0.007534</c:v>
                </c:pt>
                <c:pt idx="150">
                  <c:v>0.002527</c:v>
                </c:pt>
                <c:pt idx="151">
                  <c:v>0.008657</c:v>
                </c:pt>
                <c:pt idx="152">
                  <c:v>0.007422</c:v>
                </c:pt>
                <c:pt idx="153">
                  <c:v>0.005073</c:v>
                </c:pt>
                <c:pt idx="154">
                  <c:v>-0.000856</c:v>
                </c:pt>
                <c:pt idx="155">
                  <c:v>0.001227</c:v>
                </c:pt>
                <c:pt idx="156">
                  <c:v>0.0027</c:v>
                </c:pt>
                <c:pt idx="157">
                  <c:v>-0.002907</c:v>
                </c:pt>
                <c:pt idx="158">
                  <c:v>0.007388</c:v>
                </c:pt>
                <c:pt idx="159">
                  <c:v>0.002557</c:v>
                </c:pt>
                <c:pt idx="160">
                  <c:v>-0.001203</c:v>
                </c:pt>
                <c:pt idx="161">
                  <c:v>-0.003748</c:v>
                </c:pt>
                <c:pt idx="162">
                  <c:v>-0.003553</c:v>
                </c:pt>
                <c:pt idx="163">
                  <c:v>-0.006181</c:v>
                </c:pt>
                <c:pt idx="164">
                  <c:v>0.000614</c:v>
                </c:pt>
                <c:pt idx="165">
                  <c:v>0.007304</c:v>
                </c:pt>
                <c:pt idx="166">
                  <c:v>0.002444</c:v>
                </c:pt>
                <c:pt idx="167">
                  <c:v>-0.008538</c:v>
                </c:pt>
                <c:pt idx="168">
                  <c:v>-0.007679</c:v>
                </c:pt>
                <c:pt idx="169">
                  <c:v>-0.002398</c:v>
                </c:pt>
                <c:pt idx="170">
                  <c:v>0.004163</c:v>
                </c:pt>
                <c:pt idx="171">
                  <c:v>-0.0047</c:v>
                </c:pt>
                <c:pt idx="172">
                  <c:v>0.001549</c:v>
                </c:pt>
                <c:pt idx="173">
                  <c:v>0.00106</c:v>
                </c:pt>
                <c:pt idx="174">
                  <c:v>-0.000198</c:v>
                </c:pt>
                <c:pt idx="175">
                  <c:v>-0.008328</c:v>
                </c:pt>
                <c:pt idx="176">
                  <c:v>-0.003433</c:v>
                </c:pt>
                <c:pt idx="177">
                  <c:v>0.001622</c:v>
                </c:pt>
                <c:pt idx="178">
                  <c:v>-0.002271</c:v>
                </c:pt>
                <c:pt idx="179">
                  <c:v>-0.004484</c:v>
                </c:pt>
                <c:pt idx="180">
                  <c:v>-0.001702</c:v>
                </c:pt>
                <c:pt idx="181">
                  <c:v>-0.001125</c:v>
                </c:pt>
                <c:pt idx="182">
                  <c:v>0.008796</c:v>
                </c:pt>
                <c:pt idx="183">
                  <c:v>0.000462</c:v>
                </c:pt>
                <c:pt idx="184">
                  <c:v>-0.005275</c:v>
                </c:pt>
                <c:pt idx="185">
                  <c:v>-0.004879</c:v>
                </c:pt>
                <c:pt idx="186">
                  <c:v>-0.004477</c:v>
                </c:pt>
                <c:pt idx="187">
                  <c:v>-0.000067</c:v>
                </c:pt>
                <c:pt idx="188">
                  <c:v>0.002694</c:v>
                </c:pt>
                <c:pt idx="189">
                  <c:v>0.001352</c:v>
                </c:pt>
                <c:pt idx="190">
                  <c:v>0.000571</c:v>
                </c:pt>
                <c:pt idx="191">
                  <c:v>-0.004543</c:v>
                </c:pt>
                <c:pt idx="192">
                  <c:v>-0.001813</c:v>
                </c:pt>
                <c:pt idx="193">
                  <c:v>-0.013947</c:v>
                </c:pt>
                <c:pt idx="194">
                  <c:v>-0.016533</c:v>
                </c:pt>
                <c:pt idx="195">
                  <c:v>-0.008297</c:v>
                </c:pt>
                <c:pt idx="196">
                  <c:v>-0.012969</c:v>
                </c:pt>
                <c:pt idx="197">
                  <c:v>-0.021291</c:v>
                </c:pt>
                <c:pt idx="198">
                  <c:v>-0.01248</c:v>
                </c:pt>
                <c:pt idx="199">
                  <c:v>-0.012967</c:v>
                </c:pt>
                <c:pt idx="200">
                  <c:v>-0.016479</c:v>
                </c:pt>
                <c:pt idx="201">
                  <c:v>-0.0174</c:v>
                </c:pt>
                <c:pt idx="202">
                  <c:v>-0.022544</c:v>
                </c:pt>
                <c:pt idx="203">
                  <c:v>-0.018088</c:v>
                </c:pt>
                <c:pt idx="204">
                  <c:v>-0.014676</c:v>
                </c:pt>
                <c:pt idx="205">
                  <c:v>-0.025833</c:v>
                </c:pt>
                <c:pt idx="206">
                  <c:v>-0.010778</c:v>
                </c:pt>
                <c:pt idx="207">
                  <c:v>-0.00238</c:v>
                </c:pt>
                <c:pt idx="208">
                  <c:v>-0.002364</c:v>
                </c:pt>
                <c:pt idx="209">
                  <c:v>-0.004113</c:v>
                </c:pt>
                <c:pt idx="210">
                  <c:v>-0.009608</c:v>
                </c:pt>
                <c:pt idx="211">
                  <c:v>-0.015004</c:v>
                </c:pt>
                <c:pt idx="212">
                  <c:v>-0.009259</c:v>
                </c:pt>
                <c:pt idx="213">
                  <c:v>-0.004258</c:v>
                </c:pt>
                <c:pt idx="214">
                  <c:v>-0.006826</c:v>
                </c:pt>
                <c:pt idx="215">
                  <c:v>-0.006999</c:v>
                </c:pt>
                <c:pt idx="216">
                  <c:v>-0.002901</c:v>
                </c:pt>
                <c:pt idx="217">
                  <c:v>0.002691</c:v>
                </c:pt>
                <c:pt idx="218">
                  <c:v>-0.003851</c:v>
                </c:pt>
                <c:pt idx="219">
                  <c:v>-0.004473</c:v>
                </c:pt>
                <c:pt idx="220">
                  <c:v>-0.000614</c:v>
                </c:pt>
                <c:pt idx="221">
                  <c:v>-0.008072</c:v>
                </c:pt>
                <c:pt idx="222">
                  <c:v>-0.001807</c:v>
                </c:pt>
                <c:pt idx="223">
                  <c:v>0.000116</c:v>
                </c:pt>
                <c:pt idx="224">
                  <c:v>-0.000014</c:v>
                </c:pt>
                <c:pt idx="225">
                  <c:v>-0.003024</c:v>
                </c:pt>
                <c:pt idx="226">
                  <c:v>0.009057</c:v>
                </c:pt>
                <c:pt idx="227">
                  <c:v>-0.002749</c:v>
                </c:pt>
                <c:pt idx="228">
                  <c:v>0.002322</c:v>
                </c:pt>
                <c:pt idx="229">
                  <c:v>-0.000045</c:v>
                </c:pt>
                <c:pt idx="230">
                  <c:v>0.003615</c:v>
                </c:pt>
                <c:pt idx="231">
                  <c:v>0.010029</c:v>
                </c:pt>
                <c:pt idx="232">
                  <c:v>0.013633</c:v>
                </c:pt>
                <c:pt idx="233">
                  <c:v>0.010696</c:v>
                </c:pt>
                <c:pt idx="234">
                  <c:v>0.007563</c:v>
                </c:pt>
                <c:pt idx="235">
                  <c:v>0.005529</c:v>
                </c:pt>
                <c:pt idx="236">
                  <c:v>0.012552</c:v>
                </c:pt>
                <c:pt idx="237">
                  <c:v>0.014695</c:v>
                </c:pt>
                <c:pt idx="238">
                  <c:v>-0.000779</c:v>
                </c:pt>
                <c:pt idx="239">
                  <c:v>-0.008318</c:v>
                </c:pt>
                <c:pt idx="240">
                  <c:v>-0.003374</c:v>
                </c:pt>
                <c:pt idx="241">
                  <c:v>-0.01763</c:v>
                </c:pt>
                <c:pt idx="242">
                  <c:v>-0.013825</c:v>
                </c:pt>
                <c:pt idx="243">
                  <c:v>-0.008068</c:v>
                </c:pt>
                <c:pt idx="244">
                  <c:v>-0.002008</c:v>
                </c:pt>
                <c:pt idx="245">
                  <c:v>0.001208</c:v>
                </c:pt>
                <c:pt idx="246">
                  <c:v>0.004712</c:v>
                </c:pt>
                <c:pt idx="247">
                  <c:v>0.010161</c:v>
                </c:pt>
                <c:pt idx="248">
                  <c:v>0.012703</c:v>
                </c:pt>
                <c:pt idx="249">
                  <c:v>0.003261</c:v>
                </c:pt>
                <c:pt idx="250">
                  <c:v>0.002148</c:v>
                </c:pt>
                <c:pt idx="251">
                  <c:v>0.014121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+2 desvios</c:v>
                </c:pt>
              </c:strCache>
            </c:strRef>
          </c:tx>
          <c:spPr>
            <a:solidFill>
              <a:srgbClr val="B97400"/>
            </a:solidFill>
            <a:ln w="22225" cap="flat">
              <a:solidFill>
                <a:srgbClr val="B9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7400"/>
              </a:solidFill>
              <a:ln w="9525" cap="flat">
                <a:solidFill>
                  <a:srgbClr val="B9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Sheet1!$A$2:$A$253</c:f>
              <c:multiLvlStrCache>
                <c:ptCount val="252"/>
                <c:lvl>
                  <c:pt idx="0">
                    <c:v>dez/13</c:v>
                  </c:pt>
                  <c:pt idx="1">
                    <c:v>dez/13</c:v>
                  </c:pt>
                  <c:pt idx="2">
                    <c:v>dez/13</c:v>
                  </c:pt>
                  <c:pt idx="3">
                    <c:v>dez/13</c:v>
                  </c:pt>
                  <c:pt idx="4">
                    <c:v>jan/14</c:v>
                  </c:pt>
                  <c:pt idx="5">
                    <c:v>jan/14</c:v>
                  </c:pt>
                  <c:pt idx="6">
                    <c:v>jan/14</c:v>
                  </c:pt>
                  <c:pt idx="7">
                    <c:v>jan/14</c:v>
                  </c:pt>
                  <c:pt idx="8">
                    <c:v>jan/14</c:v>
                  </c:pt>
                  <c:pt idx="9">
                    <c:v>jan/14</c:v>
                  </c:pt>
                  <c:pt idx="10">
                    <c:v>jan/14</c:v>
                  </c:pt>
                  <c:pt idx="11">
                    <c:v>jan/14</c:v>
                  </c:pt>
                  <c:pt idx="12">
                    <c:v>jan/14</c:v>
                  </c:pt>
                  <c:pt idx="13">
                    <c:v>jan/14</c:v>
                  </c:pt>
                  <c:pt idx="14">
                    <c:v>jan/14</c:v>
                  </c:pt>
                  <c:pt idx="15">
                    <c:v>jan/14</c:v>
                  </c:pt>
                  <c:pt idx="16">
                    <c:v>jan/14</c:v>
                  </c:pt>
                  <c:pt idx="17">
                    <c:v>jan/14</c:v>
                  </c:pt>
                  <c:pt idx="18">
                    <c:v>jan/14</c:v>
                  </c:pt>
                  <c:pt idx="19">
                    <c:v>jan/14</c:v>
                  </c:pt>
                  <c:pt idx="20">
                    <c:v>jan/14</c:v>
                  </c:pt>
                  <c:pt idx="21">
                    <c:v>jan/14</c:v>
                  </c:pt>
                  <c:pt idx="22">
                    <c:v>jan/14</c:v>
                  </c:pt>
                  <c:pt idx="23">
                    <c:v>jan/14</c:v>
                  </c:pt>
                  <c:pt idx="24">
                    <c:v>jan/14</c:v>
                  </c:pt>
                  <c:pt idx="25">
                    <c:v>jan/14</c:v>
                  </c:pt>
                  <c:pt idx="26">
                    <c:v>fev/14</c:v>
                  </c:pt>
                  <c:pt idx="27">
                    <c:v>fev/14</c:v>
                  </c:pt>
                  <c:pt idx="28">
                    <c:v>fev/14</c:v>
                  </c:pt>
                  <c:pt idx="29">
                    <c:v>fev/14</c:v>
                  </c:pt>
                  <c:pt idx="30">
                    <c:v>fev/14</c:v>
                  </c:pt>
                  <c:pt idx="31">
                    <c:v>fev/14</c:v>
                  </c:pt>
                  <c:pt idx="32">
                    <c:v>fev/14</c:v>
                  </c:pt>
                  <c:pt idx="33">
                    <c:v>fev/14</c:v>
                  </c:pt>
                  <c:pt idx="34">
                    <c:v>fev/14</c:v>
                  </c:pt>
                  <c:pt idx="35">
                    <c:v>fev/14</c:v>
                  </c:pt>
                  <c:pt idx="36">
                    <c:v>fev/14</c:v>
                  </c:pt>
                  <c:pt idx="37">
                    <c:v>fev/14</c:v>
                  </c:pt>
                  <c:pt idx="38">
                    <c:v>fev/14</c:v>
                  </c:pt>
                  <c:pt idx="39">
                    <c:v>fev/14</c:v>
                  </c:pt>
                  <c:pt idx="40">
                    <c:v>fev/14</c:v>
                  </c:pt>
                  <c:pt idx="41">
                    <c:v>fev/14</c:v>
                  </c:pt>
                  <c:pt idx="42">
                    <c:v>fev/14</c:v>
                  </c:pt>
                  <c:pt idx="43">
                    <c:v>fev/14</c:v>
                  </c:pt>
                  <c:pt idx="44">
                    <c:v>fev/14</c:v>
                  </c:pt>
                  <c:pt idx="45">
                    <c:v>fev/14</c:v>
                  </c:pt>
                  <c:pt idx="46">
                    <c:v>mar/14</c:v>
                  </c:pt>
                  <c:pt idx="47">
                    <c:v>mar/14</c:v>
                  </c:pt>
                  <c:pt idx="48">
                    <c:v>mar/14</c:v>
                  </c:pt>
                  <c:pt idx="49">
                    <c:v>mar/14</c:v>
                  </c:pt>
                  <c:pt idx="50">
                    <c:v>mar/14</c:v>
                  </c:pt>
                  <c:pt idx="51">
                    <c:v>mar/14</c:v>
                  </c:pt>
                  <c:pt idx="52">
                    <c:v>mar/14</c:v>
                  </c:pt>
                  <c:pt idx="53">
                    <c:v>mar/14</c:v>
                  </c:pt>
                  <c:pt idx="54">
                    <c:v>mar/14</c:v>
                  </c:pt>
                  <c:pt idx="55">
                    <c:v>mar/14</c:v>
                  </c:pt>
                  <c:pt idx="56">
                    <c:v>mar/14</c:v>
                  </c:pt>
                  <c:pt idx="57">
                    <c:v>mar/14</c:v>
                  </c:pt>
                  <c:pt idx="58">
                    <c:v>mar/14</c:v>
                  </c:pt>
                  <c:pt idx="59">
                    <c:v>mar/14</c:v>
                  </c:pt>
                  <c:pt idx="60">
                    <c:v>mar/14</c:v>
                  </c:pt>
                  <c:pt idx="61">
                    <c:v>mar/14</c:v>
                  </c:pt>
                  <c:pt idx="62">
                    <c:v>mar/14</c:v>
                  </c:pt>
                  <c:pt idx="63">
                    <c:v>mar/14</c:v>
                  </c:pt>
                  <c:pt idx="64">
                    <c:v>mar/14</c:v>
                  </c:pt>
                  <c:pt idx="65">
                    <c:v>abr/14</c:v>
                  </c:pt>
                  <c:pt idx="66">
                    <c:v>abr/14</c:v>
                  </c:pt>
                  <c:pt idx="67">
                    <c:v>abr/14</c:v>
                  </c:pt>
                  <c:pt idx="68">
                    <c:v>abr/14</c:v>
                  </c:pt>
                  <c:pt idx="69">
                    <c:v>abr/14</c:v>
                  </c:pt>
                  <c:pt idx="70">
                    <c:v>abr/14</c:v>
                  </c:pt>
                  <c:pt idx="71">
                    <c:v>abr/14</c:v>
                  </c:pt>
                  <c:pt idx="72">
                    <c:v>abr/14</c:v>
                  </c:pt>
                  <c:pt idx="73">
                    <c:v>abr/14</c:v>
                  </c:pt>
                  <c:pt idx="74">
                    <c:v>abr/14</c:v>
                  </c:pt>
                  <c:pt idx="75">
                    <c:v>abr/14</c:v>
                  </c:pt>
                  <c:pt idx="76">
                    <c:v>abr/14</c:v>
                  </c:pt>
                  <c:pt idx="77">
                    <c:v>abr/14</c:v>
                  </c:pt>
                  <c:pt idx="78">
                    <c:v>abr/14</c:v>
                  </c:pt>
                  <c:pt idx="79">
                    <c:v>abr/14</c:v>
                  </c:pt>
                  <c:pt idx="80">
                    <c:v>abr/14</c:v>
                  </c:pt>
                  <c:pt idx="81">
                    <c:v>abr/14</c:v>
                  </c:pt>
                  <c:pt idx="82">
                    <c:v>abr/14</c:v>
                  </c:pt>
                  <c:pt idx="83">
                    <c:v>abr/14</c:v>
                  </c:pt>
                  <c:pt idx="84">
                    <c:v>abr/14</c:v>
                  </c:pt>
                  <c:pt idx="85">
                    <c:v>mai/14</c:v>
                  </c:pt>
                  <c:pt idx="86">
                    <c:v>mai/14</c:v>
                  </c:pt>
                  <c:pt idx="87">
                    <c:v>mai/14</c:v>
                  </c:pt>
                  <c:pt idx="88">
                    <c:v>mai/14</c:v>
                  </c:pt>
                  <c:pt idx="89">
                    <c:v>mai/14</c:v>
                  </c:pt>
                  <c:pt idx="90">
                    <c:v>mai/14</c:v>
                  </c:pt>
                  <c:pt idx="91">
                    <c:v>mai/14</c:v>
                  </c:pt>
                  <c:pt idx="92">
                    <c:v>mai/14</c:v>
                  </c:pt>
                  <c:pt idx="93">
                    <c:v>mai/14</c:v>
                  </c:pt>
                  <c:pt idx="94">
                    <c:v>mai/14</c:v>
                  </c:pt>
                  <c:pt idx="95">
                    <c:v>mai/14</c:v>
                  </c:pt>
                  <c:pt idx="96">
                    <c:v>mai/14</c:v>
                  </c:pt>
                  <c:pt idx="97">
                    <c:v>mai/14</c:v>
                  </c:pt>
                  <c:pt idx="98">
                    <c:v>mai/14</c:v>
                  </c:pt>
                  <c:pt idx="99">
                    <c:v>mai/14</c:v>
                  </c:pt>
                  <c:pt idx="100">
                    <c:v>mai/14</c:v>
                  </c:pt>
                  <c:pt idx="101">
                    <c:v>mai/14</c:v>
                  </c:pt>
                  <c:pt idx="102">
                    <c:v>mai/14</c:v>
                  </c:pt>
                  <c:pt idx="103">
                    <c:v>mai/14</c:v>
                  </c:pt>
                  <c:pt idx="104">
                    <c:v>mai/14</c:v>
                  </c:pt>
                  <c:pt idx="105">
                    <c:v>mai/14</c:v>
                  </c:pt>
                  <c:pt idx="106">
                    <c:v>jun/14</c:v>
                  </c:pt>
                  <c:pt idx="107">
                    <c:v>jun/14</c:v>
                  </c:pt>
                  <c:pt idx="108">
                    <c:v>jun/14</c:v>
                  </c:pt>
                  <c:pt idx="109">
                    <c:v>jun/14</c:v>
                  </c:pt>
                  <c:pt idx="110">
                    <c:v>jun/14</c:v>
                  </c:pt>
                  <c:pt idx="111">
                    <c:v>jun/14</c:v>
                  </c:pt>
                  <c:pt idx="112">
                    <c:v>jun/14</c:v>
                  </c:pt>
                  <c:pt idx="113">
                    <c:v>jun/14</c:v>
                  </c:pt>
                  <c:pt idx="114">
                    <c:v>jun/14</c:v>
                  </c:pt>
                  <c:pt idx="115">
                    <c:v>jun/14</c:v>
                  </c:pt>
                  <c:pt idx="116">
                    <c:v>jun/14</c:v>
                  </c:pt>
                  <c:pt idx="117">
                    <c:v>jun/14</c:v>
                  </c:pt>
                  <c:pt idx="118">
                    <c:v>jun/14</c:v>
                  </c:pt>
                  <c:pt idx="119">
                    <c:v>jun/14</c:v>
                  </c:pt>
                  <c:pt idx="120">
                    <c:v>jun/14</c:v>
                  </c:pt>
                  <c:pt idx="121">
                    <c:v>jun/14</c:v>
                  </c:pt>
                  <c:pt idx="122">
                    <c:v>jun/14</c:v>
                  </c:pt>
                  <c:pt idx="123">
                    <c:v>jun/14</c:v>
                  </c:pt>
                  <c:pt idx="124">
                    <c:v>jun/14</c:v>
                  </c:pt>
                  <c:pt idx="125">
                    <c:v>jul/14</c:v>
                  </c:pt>
                  <c:pt idx="126">
                    <c:v>jul/14</c:v>
                  </c:pt>
                  <c:pt idx="127">
                    <c:v>jul/14</c:v>
                  </c:pt>
                  <c:pt idx="128">
                    <c:v>jul/14</c:v>
                  </c:pt>
                  <c:pt idx="129">
                    <c:v>jul/14</c:v>
                  </c:pt>
                  <c:pt idx="130">
                    <c:v>jul/14</c:v>
                  </c:pt>
                  <c:pt idx="131">
                    <c:v>jul/14</c:v>
                  </c:pt>
                  <c:pt idx="132">
                    <c:v>jul/14</c:v>
                  </c:pt>
                  <c:pt idx="133">
                    <c:v>jul/14</c:v>
                  </c:pt>
                  <c:pt idx="134">
                    <c:v>jul/14</c:v>
                  </c:pt>
                  <c:pt idx="135">
                    <c:v>jul/14</c:v>
                  </c:pt>
                  <c:pt idx="136">
                    <c:v>jul/14</c:v>
                  </c:pt>
                  <c:pt idx="137">
                    <c:v>jul/14</c:v>
                  </c:pt>
                  <c:pt idx="138">
                    <c:v>jul/14</c:v>
                  </c:pt>
                  <c:pt idx="139">
                    <c:v>jul/14</c:v>
                  </c:pt>
                  <c:pt idx="140">
                    <c:v>jul/14</c:v>
                  </c:pt>
                  <c:pt idx="141">
                    <c:v>jul/14</c:v>
                  </c:pt>
                  <c:pt idx="142">
                    <c:v>jul/14</c:v>
                  </c:pt>
                  <c:pt idx="143">
                    <c:v>jul/14</c:v>
                  </c:pt>
                  <c:pt idx="144">
                    <c:v>jul/14</c:v>
                  </c:pt>
                  <c:pt idx="145">
                    <c:v>jul/14</c:v>
                  </c:pt>
                  <c:pt idx="146">
                    <c:v>jul/14</c:v>
                  </c:pt>
                  <c:pt idx="147">
                    <c:v>ago/14</c:v>
                  </c:pt>
                  <c:pt idx="148">
                    <c:v>ago/14</c:v>
                  </c:pt>
                  <c:pt idx="149">
                    <c:v>ago/14</c:v>
                  </c:pt>
                  <c:pt idx="150">
                    <c:v>ago/14</c:v>
                  </c:pt>
                  <c:pt idx="151">
                    <c:v>ago/14</c:v>
                  </c:pt>
                  <c:pt idx="152">
                    <c:v>ago/14</c:v>
                  </c:pt>
                  <c:pt idx="153">
                    <c:v>ago/14</c:v>
                  </c:pt>
                  <c:pt idx="154">
                    <c:v>ago/14</c:v>
                  </c:pt>
                  <c:pt idx="155">
                    <c:v>ago/14</c:v>
                  </c:pt>
                  <c:pt idx="156">
                    <c:v>ago/14</c:v>
                  </c:pt>
                  <c:pt idx="157">
                    <c:v>ago/14</c:v>
                  </c:pt>
                  <c:pt idx="158">
                    <c:v>ago/14</c:v>
                  </c:pt>
                  <c:pt idx="159">
                    <c:v>ago/14</c:v>
                  </c:pt>
                  <c:pt idx="160">
                    <c:v>ago/14</c:v>
                  </c:pt>
                  <c:pt idx="161">
                    <c:v>ago/14</c:v>
                  </c:pt>
                  <c:pt idx="162">
                    <c:v>ago/14</c:v>
                  </c:pt>
                  <c:pt idx="163">
                    <c:v>ago/14</c:v>
                  </c:pt>
                  <c:pt idx="164">
                    <c:v>ago/14</c:v>
                  </c:pt>
                  <c:pt idx="165">
                    <c:v>ago/14</c:v>
                  </c:pt>
                  <c:pt idx="166">
                    <c:v>ago/14</c:v>
                  </c:pt>
                  <c:pt idx="167">
                    <c:v>ago/14</c:v>
                  </c:pt>
                  <c:pt idx="168">
                    <c:v>set/14</c:v>
                  </c:pt>
                  <c:pt idx="169">
                    <c:v>set/14</c:v>
                  </c:pt>
                  <c:pt idx="170">
                    <c:v>set/14</c:v>
                  </c:pt>
                  <c:pt idx="171">
                    <c:v>set/14</c:v>
                  </c:pt>
                  <c:pt idx="172">
                    <c:v>set/14</c:v>
                  </c:pt>
                  <c:pt idx="173">
                    <c:v>set/14</c:v>
                  </c:pt>
                  <c:pt idx="174">
                    <c:v>set/14</c:v>
                  </c:pt>
                  <c:pt idx="175">
                    <c:v>set/14</c:v>
                  </c:pt>
                  <c:pt idx="176">
                    <c:v>set/14</c:v>
                  </c:pt>
                  <c:pt idx="177">
                    <c:v>set/14</c:v>
                  </c:pt>
                  <c:pt idx="178">
                    <c:v>set/14</c:v>
                  </c:pt>
                  <c:pt idx="179">
                    <c:v>set/14</c:v>
                  </c:pt>
                  <c:pt idx="180">
                    <c:v>set/14</c:v>
                  </c:pt>
                  <c:pt idx="181">
                    <c:v>set/14</c:v>
                  </c:pt>
                  <c:pt idx="182">
                    <c:v>set/14</c:v>
                  </c:pt>
                  <c:pt idx="183">
                    <c:v>set/14</c:v>
                  </c:pt>
                  <c:pt idx="184">
                    <c:v>set/14</c:v>
                  </c:pt>
                  <c:pt idx="185">
                    <c:v>set/14</c:v>
                  </c:pt>
                  <c:pt idx="186">
                    <c:v>set/14</c:v>
                  </c:pt>
                  <c:pt idx="187">
                    <c:v>set/14</c:v>
                  </c:pt>
                  <c:pt idx="188">
                    <c:v>set/14</c:v>
                  </c:pt>
                  <c:pt idx="189">
                    <c:v>set/14</c:v>
                  </c:pt>
                  <c:pt idx="190">
                    <c:v>out/14</c:v>
                  </c:pt>
                  <c:pt idx="191">
                    <c:v>out/14</c:v>
                  </c:pt>
                  <c:pt idx="192">
                    <c:v>out/14</c:v>
                  </c:pt>
                  <c:pt idx="193">
                    <c:v>out/14</c:v>
                  </c:pt>
                  <c:pt idx="194">
                    <c:v>out/14</c:v>
                  </c:pt>
                  <c:pt idx="195">
                    <c:v>out/14</c:v>
                  </c:pt>
                  <c:pt idx="196">
                    <c:v>out/14</c:v>
                  </c:pt>
                  <c:pt idx="197">
                    <c:v>out/14</c:v>
                  </c:pt>
                  <c:pt idx="198">
                    <c:v>out/14</c:v>
                  </c:pt>
                  <c:pt idx="199">
                    <c:v>out/14</c:v>
                  </c:pt>
                  <c:pt idx="200">
                    <c:v>out/14</c:v>
                  </c:pt>
                  <c:pt idx="201">
                    <c:v>out/14</c:v>
                  </c:pt>
                  <c:pt idx="202">
                    <c:v>out/14</c:v>
                  </c:pt>
                  <c:pt idx="203">
                    <c:v>out/14</c:v>
                  </c:pt>
                  <c:pt idx="204">
                    <c:v>out/14</c:v>
                  </c:pt>
                  <c:pt idx="205">
                    <c:v>out/14</c:v>
                  </c:pt>
                  <c:pt idx="206">
                    <c:v>out/14</c:v>
                  </c:pt>
                  <c:pt idx="207">
                    <c:v>out/14</c:v>
                  </c:pt>
                  <c:pt idx="208">
                    <c:v>out/14</c:v>
                  </c:pt>
                  <c:pt idx="209">
                    <c:v>out/14</c:v>
                  </c:pt>
                  <c:pt idx="210">
                    <c:v>out/14</c:v>
                  </c:pt>
                  <c:pt idx="211">
                    <c:v>out/14</c:v>
                  </c:pt>
                  <c:pt idx="212">
                    <c:v>out/14</c:v>
                  </c:pt>
                  <c:pt idx="213">
                    <c:v>nov/14</c:v>
                  </c:pt>
                  <c:pt idx="214">
                    <c:v>nov/14</c:v>
                  </c:pt>
                  <c:pt idx="215">
                    <c:v>nov/14</c:v>
                  </c:pt>
                  <c:pt idx="216">
                    <c:v>nov/14</c:v>
                  </c:pt>
                  <c:pt idx="217">
                    <c:v>nov/14</c:v>
                  </c:pt>
                  <c:pt idx="218">
                    <c:v>nov/14</c:v>
                  </c:pt>
                  <c:pt idx="219">
                    <c:v>nov/14</c:v>
                  </c:pt>
                  <c:pt idx="220">
                    <c:v>nov/14</c:v>
                  </c:pt>
                  <c:pt idx="221">
                    <c:v>nov/14</c:v>
                  </c:pt>
                  <c:pt idx="222">
                    <c:v>nov/14</c:v>
                  </c:pt>
                  <c:pt idx="223">
                    <c:v>nov/14</c:v>
                  </c:pt>
                  <c:pt idx="224">
                    <c:v>nov/14</c:v>
                  </c:pt>
                  <c:pt idx="225">
                    <c:v>nov/14</c:v>
                  </c:pt>
                  <c:pt idx="226">
                    <c:v>nov/14</c:v>
                  </c:pt>
                  <c:pt idx="227">
                    <c:v>nov/14</c:v>
                  </c:pt>
                  <c:pt idx="228">
                    <c:v>nov/14</c:v>
                  </c:pt>
                  <c:pt idx="229">
                    <c:v>nov/14</c:v>
                  </c:pt>
                  <c:pt idx="230">
                    <c:v>nov/14</c:v>
                  </c:pt>
                  <c:pt idx="231">
                    <c:v>nov/14</c:v>
                  </c:pt>
                  <c:pt idx="232">
                    <c:v>dez/14</c:v>
                  </c:pt>
                  <c:pt idx="233">
                    <c:v>dez/14</c:v>
                  </c:pt>
                  <c:pt idx="234">
                    <c:v>dez/14</c:v>
                  </c:pt>
                  <c:pt idx="235">
                    <c:v>dez/14</c:v>
                  </c:pt>
                  <c:pt idx="236">
                    <c:v>dez/14</c:v>
                  </c:pt>
                  <c:pt idx="237">
                    <c:v>dez/14</c:v>
                  </c:pt>
                  <c:pt idx="238">
                    <c:v>dez/14</c:v>
                  </c:pt>
                  <c:pt idx="239">
                    <c:v>dez/14</c:v>
                  </c:pt>
                  <c:pt idx="240">
                    <c:v>dez/14</c:v>
                  </c:pt>
                  <c:pt idx="241">
                    <c:v>dez/14</c:v>
                  </c:pt>
                  <c:pt idx="242">
                    <c:v>dez/14</c:v>
                  </c:pt>
                  <c:pt idx="243">
                    <c:v>dez/14</c:v>
                  </c:pt>
                  <c:pt idx="244">
                    <c:v>dez/14</c:v>
                  </c:pt>
                  <c:pt idx="245">
                    <c:v>dez/14</c:v>
                  </c:pt>
                  <c:pt idx="246">
                    <c:v>dez/14</c:v>
                  </c:pt>
                  <c:pt idx="247">
                    <c:v>dez/14</c:v>
                  </c:pt>
                  <c:pt idx="248">
                    <c:v>dez/14</c:v>
                  </c:pt>
                  <c:pt idx="249">
                    <c:v>dez/14</c:v>
                  </c:pt>
                  <c:pt idx="250">
                    <c:v>dez/14</c:v>
                  </c:pt>
                  <c:pt idx="251">
                    <c:v>dez/14</c:v>
                  </c:pt>
                </c:lvl>
              </c:multiLvlStrCache>
            </c:multiLvlStrRef>
          </c:cat>
          <c:val>
            <c:numRef>
              <c:f>Sheet1!$C$2:$C$253</c:f>
              <c:numCache>
                <c:formatCode>General</c:formatCode>
                <c:ptCount val="252"/>
                <c:pt idx="0">
                  <c:v>0.018226799121707372</c:v>
                </c:pt>
                <c:pt idx="1">
                  <c:v>0.018226799121707372</c:v>
                </c:pt>
                <c:pt idx="2">
                  <c:v>0.018226799121707372</c:v>
                </c:pt>
                <c:pt idx="3">
                  <c:v>0.018226799121707372</c:v>
                </c:pt>
                <c:pt idx="4">
                  <c:v>0.018226799121707372</c:v>
                </c:pt>
                <c:pt idx="5">
                  <c:v>0.018226799121707372</c:v>
                </c:pt>
                <c:pt idx="6">
                  <c:v>0.018226799121707372</c:v>
                </c:pt>
                <c:pt idx="7">
                  <c:v>0.018226799121707372</c:v>
                </c:pt>
                <c:pt idx="8">
                  <c:v>0.018226799121707372</c:v>
                </c:pt>
                <c:pt idx="9">
                  <c:v>0.018226799121707372</c:v>
                </c:pt>
                <c:pt idx="10">
                  <c:v>0.018226799121707372</c:v>
                </c:pt>
                <c:pt idx="11">
                  <c:v>0.018226799121707372</c:v>
                </c:pt>
                <c:pt idx="12">
                  <c:v>0.018226799121707372</c:v>
                </c:pt>
                <c:pt idx="13">
                  <c:v>0.018226799121707372</c:v>
                </c:pt>
                <c:pt idx="14">
                  <c:v>0.018226799121707372</c:v>
                </c:pt>
                <c:pt idx="15">
                  <c:v>0.018226799121707372</c:v>
                </c:pt>
                <c:pt idx="16">
                  <c:v>0.018226799121707372</c:v>
                </c:pt>
                <c:pt idx="17">
                  <c:v>0.018226799121707372</c:v>
                </c:pt>
                <c:pt idx="18">
                  <c:v>0.018226799121707372</c:v>
                </c:pt>
                <c:pt idx="19">
                  <c:v>0.018226799121707372</c:v>
                </c:pt>
                <c:pt idx="20">
                  <c:v>0.018226799121707372</c:v>
                </c:pt>
                <c:pt idx="21">
                  <c:v>0.018226799121707372</c:v>
                </c:pt>
                <c:pt idx="22">
                  <c:v>0.018226799121707372</c:v>
                </c:pt>
                <c:pt idx="23">
                  <c:v>0.018226799121707372</c:v>
                </c:pt>
                <c:pt idx="24">
                  <c:v>0.018226799121707372</c:v>
                </c:pt>
                <c:pt idx="25">
                  <c:v>0.018226799121707372</c:v>
                </c:pt>
                <c:pt idx="26">
                  <c:v>0.018226799121707372</c:v>
                </c:pt>
                <c:pt idx="27">
                  <c:v>0.018226799121707372</c:v>
                </c:pt>
                <c:pt idx="28">
                  <c:v>0.018226799121707372</c:v>
                </c:pt>
                <c:pt idx="29">
                  <c:v>0.018226799121707372</c:v>
                </c:pt>
                <c:pt idx="30">
                  <c:v>0.018226799121707372</c:v>
                </c:pt>
                <c:pt idx="31">
                  <c:v>0.018226799121707372</c:v>
                </c:pt>
                <c:pt idx="32">
                  <c:v>0.018226799121707372</c:v>
                </c:pt>
                <c:pt idx="33">
                  <c:v>0.018226799121707372</c:v>
                </c:pt>
                <c:pt idx="34">
                  <c:v>0.018226799121707372</c:v>
                </c:pt>
                <c:pt idx="35">
                  <c:v>0.018226799121707372</c:v>
                </c:pt>
                <c:pt idx="36">
                  <c:v>0.018226799121707372</c:v>
                </c:pt>
                <c:pt idx="37">
                  <c:v>0.018226799121707372</c:v>
                </c:pt>
                <c:pt idx="38">
                  <c:v>0.018226799121707372</c:v>
                </c:pt>
                <c:pt idx="39">
                  <c:v>0.018226799121707372</c:v>
                </c:pt>
                <c:pt idx="40">
                  <c:v>0.018226799121707372</c:v>
                </c:pt>
                <c:pt idx="41">
                  <c:v>0.018226799121707372</c:v>
                </c:pt>
                <c:pt idx="42">
                  <c:v>0.018226799121707372</c:v>
                </c:pt>
                <c:pt idx="43">
                  <c:v>0.018226799121707372</c:v>
                </c:pt>
                <c:pt idx="44">
                  <c:v>0.018226799121707372</c:v>
                </c:pt>
                <c:pt idx="45">
                  <c:v>0.018226799121707372</c:v>
                </c:pt>
                <c:pt idx="46">
                  <c:v>0.018226799121707372</c:v>
                </c:pt>
                <c:pt idx="47">
                  <c:v>0.018226799121707372</c:v>
                </c:pt>
                <c:pt idx="48">
                  <c:v>0.018226799121707372</c:v>
                </c:pt>
                <c:pt idx="49">
                  <c:v>0.018226799121707372</c:v>
                </c:pt>
                <c:pt idx="50">
                  <c:v>0.018226799121707372</c:v>
                </c:pt>
                <c:pt idx="51">
                  <c:v>0.018226799121707372</c:v>
                </c:pt>
                <c:pt idx="52">
                  <c:v>0.018226799121707372</c:v>
                </c:pt>
                <c:pt idx="53">
                  <c:v>0.018226799121707372</c:v>
                </c:pt>
                <c:pt idx="54">
                  <c:v>0.018226799121707372</c:v>
                </c:pt>
                <c:pt idx="55">
                  <c:v>0.018226799121707372</c:v>
                </c:pt>
                <c:pt idx="56">
                  <c:v>0.018226799121707372</c:v>
                </c:pt>
                <c:pt idx="57">
                  <c:v>0.018226799121707372</c:v>
                </c:pt>
                <c:pt idx="58">
                  <c:v>0.018226799121707372</c:v>
                </c:pt>
                <c:pt idx="59">
                  <c:v>0.018226799121707372</c:v>
                </c:pt>
                <c:pt idx="60">
                  <c:v>0.018226799121707372</c:v>
                </c:pt>
                <c:pt idx="61">
                  <c:v>0.018226799121707372</c:v>
                </c:pt>
                <c:pt idx="62">
                  <c:v>0.018226799121707372</c:v>
                </c:pt>
                <c:pt idx="63">
                  <c:v>0.018226799121707372</c:v>
                </c:pt>
                <c:pt idx="64">
                  <c:v>0.018226799121707372</c:v>
                </c:pt>
                <c:pt idx="65">
                  <c:v>0.018226799121707372</c:v>
                </c:pt>
                <c:pt idx="66">
                  <c:v>0.018226799121707372</c:v>
                </c:pt>
                <c:pt idx="67">
                  <c:v>0.018226799121707372</c:v>
                </c:pt>
                <c:pt idx="68">
                  <c:v>0.018226799121707372</c:v>
                </c:pt>
                <c:pt idx="69">
                  <c:v>0.018226799121707372</c:v>
                </c:pt>
                <c:pt idx="70">
                  <c:v>0.018226799121707372</c:v>
                </c:pt>
                <c:pt idx="71">
                  <c:v>0.018226799121707372</c:v>
                </c:pt>
                <c:pt idx="72">
                  <c:v>0.018226799121707372</c:v>
                </c:pt>
                <c:pt idx="73">
                  <c:v>0.018226799121707372</c:v>
                </c:pt>
                <c:pt idx="74">
                  <c:v>0.018226799121707372</c:v>
                </c:pt>
                <c:pt idx="75">
                  <c:v>0.018226799121707372</c:v>
                </c:pt>
                <c:pt idx="76">
                  <c:v>0.018226799121707372</c:v>
                </c:pt>
                <c:pt idx="77">
                  <c:v>0.018226799121707372</c:v>
                </c:pt>
                <c:pt idx="78">
                  <c:v>0.018226799121707372</c:v>
                </c:pt>
                <c:pt idx="79">
                  <c:v>0.018226799121707372</c:v>
                </c:pt>
                <c:pt idx="80">
                  <c:v>0.018226799121707372</c:v>
                </c:pt>
                <c:pt idx="81">
                  <c:v>0.018226799121707372</c:v>
                </c:pt>
                <c:pt idx="82">
                  <c:v>0.018226799121707372</c:v>
                </c:pt>
                <c:pt idx="83">
                  <c:v>0.018226799121707372</c:v>
                </c:pt>
                <c:pt idx="84">
                  <c:v>0.018226799121707372</c:v>
                </c:pt>
                <c:pt idx="85">
                  <c:v>0.018226799121707372</c:v>
                </c:pt>
                <c:pt idx="86">
                  <c:v>0.018226799121707372</c:v>
                </c:pt>
                <c:pt idx="87">
                  <c:v>0.018226799121707372</c:v>
                </c:pt>
                <c:pt idx="88">
                  <c:v>0.018226799121707372</c:v>
                </c:pt>
                <c:pt idx="89">
                  <c:v>0.018226799121707372</c:v>
                </c:pt>
                <c:pt idx="90">
                  <c:v>0.018226799121707372</c:v>
                </c:pt>
                <c:pt idx="91">
                  <c:v>0.018226799121707372</c:v>
                </c:pt>
                <c:pt idx="92">
                  <c:v>0.018226799121707372</c:v>
                </c:pt>
                <c:pt idx="93">
                  <c:v>0.018226799121707372</c:v>
                </c:pt>
                <c:pt idx="94">
                  <c:v>0.018226799121707372</c:v>
                </c:pt>
                <c:pt idx="95">
                  <c:v>0.018226799121707372</c:v>
                </c:pt>
                <c:pt idx="96">
                  <c:v>0.018226799121707372</c:v>
                </c:pt>
                <c:pt idx="97">
                  <c:v>0.018226799121707372</c:v>
                </c:pt>
                <c:pt idx="98">
                  <c:v>0.018226799121707372</c:v>
                </c:pt>
                <c:pt idx="99">
                  <c:v>0.018226799121707372</c:v>
                </c:pt>
                <c:pt idx="100">
                  <c:v>0.018226799121707372</c:v>
                </c:pt>
                <c:pt idx="101">
                  <c:v>0.018226799121707372</c:v>
                </c:pt>
                <c:pt idx="102">
                  <c:v>0.018226799121707372</c:v>
                </c:pt>
                <c:pt idx="103">
                  <c:v>0.018226799121707372</c:v>
                </c:pt>
                <c:pt idx="104">
                  <c:v>0.018226799121707372</c:v>
                </c:pt>
                <c:pt idx="105">
                  <c:v>0.018226799121707372</c:v>
                </c:pt>
                <c:pt idx="106">
                  <c:v>0.018226799121707372</c:v>
                </c:pt>
                <c:pt idx="107">
                  <c:v>0.018226799121707372</c:v>
                </c:pt>
                <c:pt idx="108">
                  <c:v>0.018226799121707372</c:v>
                </c:pt>
                <c:pt idx="109">
                  <c:v>0.018226799121707372</c:v>
                </c:pt>
                <c:pt idx="110">
                  <c:v>0.018226799121707372</c:v>
                </c:pt>
                <c:pt idx="111">
                  <c:v>0.018226799121707372</c:v>
                </c:pt>
                <c:pt idx="112">
                  <c:v>0.018226799121707372</c:v>
                </c:pt>
                <c:pt idx="113">
                  <c:v>0.018226799121707372</c:v>
                </c:pt>
                <c:pt idx="114">
                  <c:v>0.018226799121707372</c:v>
                </c:pt>
                <c:pt idx="115">
                  <c:v>0.018226799121707372</c:v>
                </c:pt>
                <c:pt idx="116">
                  <c:v>0.018226799121707372</c:v>
                </c:pt>
                <c:pt idx="117">
                  <c:v>0.018226799121707372</c:v>
                </c:pt>
                <c:pt idx="118">
                  <c:v>0.018226799121707372</c:v>
                </c:pt>
                <c:pt idx="119">
                  <c:v>0.018226799121707372</c:v>
                </c:pt>
                <c:pt idx="120">
                  <c:v>0.018226799121707372</c:v>
                </c:pt>
                <c:pt idx="121">
                  <c:v>0.018226799121707372</c:v>
                </c:pt>
                <c:pt idx="122">
                  <c:v>0.018226799121707372</c:v>
                </c:pt>
                <c:pt idx="123">
                  <c:v>0.018226799121707372</c:v>
                </c:pt>
                <c:pt idx="124">
                  <c:v>0.018226799121707372</c:v>
                </c:pt>
                <c:pt idx="125">
                  <c:v>0.018226799121707372</c:v>
                </c:pt>
                <c:pt idx="126">
                  <c:v>0.018226799121707372</c:v>
                </c:pt>
                <c:pt idx="127">
                  <c:v>0.018226799121707372</c:v>
                </c:pt>
                <c:pt idx="128">
                  <c:v>0.018226799121707372</c:v>
                </c:pt>
                <c:pt idx="129">
                  <c:v>0.018226799121707372</c:v>
                </c:pt>
                <c:pt idx="130">
                  <c:v>0.018226799121707372</c:v>
                </c:pt>
                <c:pt idx="131">
                  <c:v>0.018226799121707372</c:v>
                </c:pt>
                <c:pt idx="132">
                  <c:v>0.018226799121707372</c:v>
                </c:pt>
                <c:pt idx="133">
                  <c:v>0.018226799121707372</c:v>
                </c:pt>
                <c:pt idx="134">
                  <c:v>0.018226799121707372</c:v>
                </c:pt>
                <c:pt idx="135">
                  <c:v>0.018226799121707372</c:v>
                </c:pt>
                <c:pt idx="136">
                  <c:v>0.018226799121707372</c:v>
                </c:pt>
                <c:pt idx="137">
                  <c:v>0.018226799121707372</c:v>
                </c:pt>
                <c:pt idx="138">
                  <c:v>0.018226799121707372</c:v>
                </c:pt>
                <c:pt idx="139">
                  <c:v>0.018226799121707372</c:v>
                </c:pt>
                <c:pt idx="140">
                  <c:v>0.018226799121707372</c:v>
                </c:pt>
                <c:pt idx="141">
                  <c:v>0.018226799121707372</c:v>
                </c:pt>
                <c:pt idx="142">
                  <c:v>0.018226799121707372</c:v>
                </c:pt>
                <c:pt idx="143">
                  <c:v>0.018226799121707372</c:v>
                </c:pt>
                <c:pt idx="144">
                  <c:v>0.018226799121707372</c:v>
                </c:pt>
                <c:pt idx="145">
                  <c:v>0.018226799121707372</c:v>
                </c:pt>
                <c:pt idx="146">
                  <c:v>0.018226799121707372</c:v>
                </c:pt>
                <c:pt idx="147">
                  <c:v>0.018226799121707372</c:v>
                </c:pt>
                <c:pt idx="148">
                  <c:v>0.018226799121707372</c:v>
                </c:pt>
                <c:pt idx="149">
                  <c:v>0.018226799121707372</c:v>
                </c:pt>
                <c:pt idx="150">
                  <c:v>0.018226799121707372</c:v>
                </c:pt>
                <c:pt idx="151">
                  <c:v>0.018226799121707372</c:v>
                </c:pt>
                <c:pt idx="152">
                  <c:v>0.018226799121707372</c:v>
                </c:pt>
                <c:pt idx="153">
                  <c:v>0.018226799121707372</c:v>
                </c:pt>
                <c:pt idx="154">
                  <c:v>0.018226799121707372</c:v>
                </c:pt>
                <c:pt idx="155">
                  <c:v>0.018226799121707372</c:v>
                </c:pt>
                <c:pt idx="156">
                  <c:v>0.018226799121707372</c:v>
                </c:pt>
                <c:pt idx="157">
                  <c:v>0.018226799121707372</c:v>
                </c:pt>
                <c:pt idx="158">
                  <c:v>0.018226799121707372</c:v>
                </c:pt>
                <c:pt idx="159">
                  <c:v>0.018226799121707372</c:v>
                </c:pt>
                <c:pt idx="160">
                  <c:v>0.018226799121707372</c:v>
                </c:pt>
                <c:pt idx="161">
                  <c:v>0.018226799121707372</c:v>
                </c:pt>
                <c:pt idx="162">
                  <c:v>0.018226799121707372</c:v>
                </c:pt>
                <c:pt idx="163">
                  <c:v>0.018226799121707372</c:v>
                </c:pt>
                <c:pt idx="164">
                  <c:v>0.018226799121707372</c:v>
                </c:pt>
                <c:pt idx="165">
                  <c:v>0.018226799121707372</c:v>
                </c:pt>
                <c:pt idx="166">
                  <c:v>0.018226799121707372</c:v>
                </c:pt>
                <c:pt idx="167">
                  <c:v>0.018226799121707372</c:v>
                </c:pt>
                <c:pt idx="168">
                  <c:v>0.018226799121707372</c:v>
                </c:pt>
                <c:pt idx="169">
                  <c:v>0.018226799121707372</c:v>
                </c:pt>
                <c:pt idx="170">
                  <c:v>0.018226799121707372</c:v>
                </c:pt>
                <c:pt idx="171">
                  <c:v>0.018226799121707372</c:v>
                </c:pt>
                <c:pt idx="172">
                  <c:v>0.018226799121707372</c:v>
                </c:pt>
                <c:pt idx="173">
                  <c:v>0.018226799121707372</c:v>
                </c:pt>
                <c:pt idx="174">
                  <c:v>0.018226799121707372</c:v>
                </c:pt>
                <c:pt idx="175">
                  <c:v>0.018226799121707372</c:v>
                </c:pt>
                <c:pt idx="176">
                  <c:v>0.018226799121707372</c:v>
                </c:pt>
                <c:pt idx="177">
                  <c:v>0.018226799121707372</c:v>
                </c:pt>
                <c:pt idx="178">
                  <c:v>0.018226799121707372</c:v>
                </c:pt>
                <c:pt idx="179">
                  <c:v>0.018226799121707372</c:v>
                </c:pt>
                <c:pt idx="180">
                  <c:v>0.018226799121707372</c:v>
                </c:pt>
                <c:pt idx="181">
                  <c:v>0.018226799121707372</c:v>
                </c:pt>
                <c:pt idx="182">
                  <c:v>0.018226799121707372</c:v>
                </c:pt>
                <c:pt idx="183">
                  <c:v>0.018226799121707372</c:v>
                </c:pt>
                <c:pt idx="184">
                  <c:v>0.018226799121707372</c:v>
                </c:pt>
                <c:pt idx="185">
                  <c:v>0.018226799121707372</c:v>
                </c:pt>
                <c:pt idx="186">
                  <c:v>0.018226799121707372</c:v>
                </c:pt>
                <c:pt idx="187">
                  <c:v>0.018226799121707372</c:v>
                </c:pt>
                <c:pt idx="188">
                  <c:v>0.018226799121707372</c:v>
                </c:pt>
                <c:pt idx="189">
                  <c:v>0.018226799121707372</c:v>
                </c:pt>
                <c:pt idx="190">
                  <c:v>0.018226799121707372</c:v>
                </c:pt>
                <c:pt idx="191">
                  <c:v>0.018226799121707372</c:v>
                </c:pt>
                <c:pt idx="192">
                  <c:v>0.018226799121707372</c:v>
                </c:pt>
                <c:pt idx="193">
                  <c:v>0.018226799121707372</c:v>
                </c:pt>
                <c:pt idx="194">
                  <c:v>0.018226799121707372</c:v>
                </c:pt>
                <c:pt idx="195">
                  <c:v>0.018226799121707372</c:v>
                </c:pt>
                <c:pt idx="196">
                  <c:v>0.018226799121707372</c:v>
                </c:pt>
                <c:pt idx="197">
                  <c:v>0.018226799121707372</c:v>
                </c:pt>
                <c:pt idx="198">
                  <c:v>0.018226799121707372</c:v>
                </c:pt>
                <c:pt idx="199">
                  <c:v>0.018226799121707372</c:v>
                </c:pt>
                <c:pt idx="200">
                  <c:v>0.018226799121707372</c:v>
                </c:pt>
                <c:pt idx="201">
                  <c:v>0.018226799121707372</c:v>
                </c:pt>
                <c:pt idx="202">
                  <c:v>0.018226799121707372</c:v>
                </c:pt>
                <c:pt idx="203">
                  <c:v>0.018226799121707372</c:v>
                </c:pt>
                <c:pt idx="204">
                  <c:v>0.018226799121707372</c:v>
                </c:pt>
                <c:pt idx="205">
                  <c:v>0.018226799121707372</c:v>
                </c:pt>
                <c:pt idx="206">
                  <c:v>0.018226799121707372</c:v>
                </c:pt>
                <c:pt idx="207">
                  <c:v>0.018226799121707372</c:v>
                </c:pt>
                <c:pt idx="208">
                  <c:v>0.018226799121707372</c:v>
                </c:pt>
                <c:pt idx="209">
                  <c:v>0.018226799121707372</c:v>
                </c:pt>
                <c:pt idx="210">
                  <c:v>0.018226799121707372</c:v>
                </c:pt>
                <c:pt idx="211">
                  <c:v>0.018226799121707372</c:v>
                </c:pt>
                <c:pt idx="212">
                  <c:v>0.018226799121707372</c:v>
                </c:pt>
                <c:pt idx="213">
                  <c:v>0.018226799121707372</c:v>
                </c:pt>
                <c:pt idx="214">
                  <c:v>0.018226799121707372</c:v>
                </c:pt>
                <c:pt idx="215">
                  <c:v>0.018226799121707372</c:v>
                </c:pt>
                <c:pt idx="216">
                  <c:v>0.018226799121707372</c:v>
                </c:pt>
                <c:pt idx="217">
                  <c:v>0.018226799121707372</c:v>
                </c:pt>
                <c:pt idx="218">
                  <c:v>0.018226799121707372</c:v>
                </c:pt>
                <c:pt idx="219">
                  <c:v>0.018226799121707372</c:v>
                </c:pt>
                <c:pt idx="220">
                  <c:v>0.018226799121707372</c:v>
                </c:pt>
                <c:pt idx="221">
                  <c:v>0.018226799121707372</c:v>
                </c:pt>
                <c:pt idx="222">
                  <c:v>0.018226799121707372</c:v>
                </c:pt>
                <c:pt idx="223">
                  <c:v>0.018226799121707372</c:v>
                </c:pt>
                <c:pt idx="224">
                  <c:v>0.018226799121707372</c:v>
                </c:pt>
                <c:pt idx="225">
                  <c:v>0.018226799121707372</c:v>
                </c:pt>
                <c:pt idx="226">
                  <c:v>0.018226799121707372</c:v>
                </c:pt>
                <c:pt idx="227">
                  <c:v>0.018226799121707372</c:v>
                </c:pt>
                <c:pt idx="228">
                  <c:v>0.018226799121707372</c:v>
                </c:pt>
                <c:pt idx="229">
                  <c:v>0.018226799121707372</c:v>
                </c:pt>
                <c:pt idx="230">
                  <c:v>0.018226799121707372</c:v>
                </c:pt>
                <c:pt idx="231">
                  <c:v>0.018226799121707372</c:v>
                </c:pt>
                <c:pt idx="232">
                  <c:v>0.018226799121707372</c:v>
                </c:pt>
                <c:pt idx="233">
                  <c:v>0.018226799121707372</c:v>
                </c:pt>
                <c:pt idx="234">
                  <c:v>0.018226799121707372</c:v>
                </c:pt>
                <c:pt idx="235">
                  <c:v>0.018226799121707372</c:v>
                </c:pt>
                <c:pt idx="236">
                  <c:v>0.018226799121707372</c:v>
                </c:pt>
                <c:pt idx="237">
                  <c:v>0.018226799121707372</c:v>
                </c:pt>
                <c:pt idx="238">
                  <c:v>0.018226799121707372</c:v>
                </c:pt>
                <c:pt idx="239">
                  <c:v>0.018226799121707372</c:v>
                </c:pt>
                <c:pt idx="240">
                  <c:v>0.018226799121707372</c:v>
                </c:pt>
                <c:pt idx="241">
                  <c:v>0.018226799121707372</c:v>
                </c:pt>
                <c:pt idx="242">
                  <c:v>0.018226799121707372</c:v>
                </c:pt>
                <c:pt idx="243">
                  <c:v>0.018226799121707372</c:v>
                </c:pt>
                <c:pt idx="244">
                  <c:v>0.018226799121707372</c:v>
                </c:pt>
                <c:pt idx="245">
                  <c:v>0.018226799121707372</c:v>
                </c:pt>
                <c:pt idx="246">
                  <c:v>0.018226799121707372</c:v>
                </c:pt>
                <c:pt idx="247">
                  <c:v>0.018226799121707372</c:v>
                </c:pt>
                <c:pt idx="248">
                  <c:v>0.018226799121707372</c:v>
                </c:pt>
                <c:pt idx="249">
                  <c:v>0.018226799121707372</c:v>
                </c:pt>
                <c:pt idx="250">
                  <c:v>0.018226799121707372</c:v>
                </c:pt>
                <c:pt idx="251">
                  <c:v>0.018226799121707372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−2 desvios</c:v>
                </c:pt>
              </c:strCache>
            </c:strRef>
          </c:tx>
          <c:spPr>
            <a:solidFill>
              <a:srgbClr val="B97400"/>
            </a:solidFill>
            <a:ln w="22225" cap="flat">
              <a:solidFill>
                <a:srgbClr val="B9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7400"/>
              </a:solidFill>
              <a:ln w="9525" cap="flat">
                <a:solidFill>
                  <a:srgbClr val="B9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Sheet1!$A$2:$A$253</c:f>
              <c:multiLvlStrCache>
                <c:ptCount val="252"/>
                <c:lvl>
                  <c:pt idx="0">
                    <c:v>dez/13</c:v>
                  </c:pt>
                  <c:pt idx="1">
                    <c:v>dez/13</c:v>
                  </c:pt>
                  <c:pt idx="2">
                    <c:v>dez/13</c:v>
                  </c:pt>
                  <c:pt idx="3">
                    <c:v>dez/13</c:v>
                  </c:pt>
                  <c:pt idx="4">
                    <c:v>jan/14</c:v>
                  </c:pt>
                  <c:pt idx="5">
                    <c:v>jan/14</c:v>
                  </c:pt>
                  <c:pt idx="6">
                    <c:v>jan/14</c:v>
                  </c:pt>
                  <c:pt idx="7">
                    <c:v>jan/14</c:v>
                  </c:pt>
                  <c:pt idx="8">
                    <c:v>jan/14</c:v>
                  </c:pt>
                  <c:pt idx="9">
                    <c:v>jan/14</c:v>
                  </c:pt>
                  <c:pt idx="10">
                    <c:v>jan/14</c:v>
                  </c:pt>
                  <c:pt idx="11">
                    <c:v>jan/14</c:v>
                  </c:pt>
                  <c:pt idx="12">
                    <c:v>jan/14</c:v>
                  </c:pt>
                  <c:pt idx="13">
                    <c:v>jan/14</c:v>
                  </c:pt>
                  <c:pt idx="14">
                    <c:v>jan/14</c:v>
                  </c:pt>
                  <c:pt idx="15">
                    <c:v>jan/14</c:v>
                  </c:pt>
                  <c:pt idx="16">
                    <c:v>jan/14</c:v>
                  </c:pt>
                  <c:pt idx="17">
                    <c:v>jan/14</c:v>
                  </c:pt>
                  <c:pt idx="18">
                    <c:v>jan/14</c:v>
                  </c:pt>
                  <c:pt idx="19">
                    <c:v>jan/14</c:v>
                  </c:pt>
                  <c:pt idx="20">
                    <c:v>jan/14</c:v>
                  </c:pt>
                  <c:pt idx="21">
                    <c:v>jan/14</c:v>
                  </c:pt>
                  <c:pt idx="22">
                    <c:v>jan/14</c:v>
                  </c:pt>
                  <c:pt idx="23">
                    <c:v>jan/14</c:v>
                  </c:pt>
                  <c:pt idx="24">
                    <c:v>jan/14</c:v>
                  </c:pt>
                  <c:pt idx="25">
                    <c:v>jan/14</c:v>
                  </c:pt>
                  <c:pt idx="26">
                    <c:v>fev/14</c:v>
                  </c:pt>
                  <c:pt idx="27">
                    <c:v>fev/14</c:v>
                  </c:pt>
                  <c:pt idx="28">
                    <c:v>fev/14</c:v>
                  </c:pt>
                  <c:pt idx="29">
                    <c:v>fev/14</c:v>
                  </c:pt>
                  <c:pt idx="30">
                    <c:v>fev/14</c:v>
                  </c:pt>
                  <c:pt idx="31">
                    <c:v>fev/14</c:v>
                  </c:pt>
                  <c:pt idx="32">
                    <c:v>fev/14</c:v>
                  </c:pt>
                  <c:pt idx="33">
                    <c:v>fev/14</c:v>
                  </c:pt>
                  <c:pt idx="34">
                    <c:v>fev/14</c:v>
                  </c:pt>
                  <c:pt idx="35">
                    <c:v>fev/14</c:v>
                  </c:pt>
                  <c:pt idx="36">
                    <c:v>fev/14</c:v>
                  </c:pt>
                  <c:pt idx="37">
                    <c:v>fev/14</c:v>
                  </c:pt>
                  <c:pt idx="38">
                    <c:v>fev/14</c:v>
                  </c:pt>
                  <c:pt idx="39">
                    <c:v>fev/14</c:v>
                  </c:pt>
                  <c:pt idx="40">
                    <c:v>fev/14</c:v>
                  </c:pt>
                  <c:pt idx="41">
                    <c:v>fev/14</c:v>
                  </c:pt>
                  <c:pt idx="42">
                    <c:v>fev/14</c:v>
                  </c:pt>
                  <c:pt idx="43">
                    <c:v>fev/14</c:v>
                  </c:pt>
                  <c:pt idx="44">
                    <c:v>fev/14</c:v>
                  </c:pt>
                  <c:pt idx="45">
                    <c:v>fev/14</c:v>
                  </c:pt>
                  <c:pt idx="46">
                    <c:v>mar/14</c:v>
                  </c:pt>
                  <c:pt idx="47">
                    <c:v>mar/14</c:v>
                  </c:pt>
                  <c:pt idx="48">
                    <c:v>mar/14</c:v>
                  </c:pt>
                  <c:pt idx="49">
                    <c:v>mar/14</c:v>
                  </c:pt>
                  <c:pt idx="50">
                    <c:v>mar/14</c:v>
                  </c:pt>
                  <c:pt idx="51">
                    <c:v>mar/14</c:v>
                  </c:pt>
                  <c:pt idx="52">
                    <c:v>mar/14</c:v>
                  </c:pt>
                  <c:pt idx="53">
                    <c:v>mar/14</c:v>
                  </c:pt>
                  <c:pt idx="54">
                    <c:v>mar/14</c:v>
                  </c:pt>
                  <c:pt idx="55">
                    <c:v>mar/14</c:v>
                  </c:pt>
                  <c:pt idx="56">
                    <c:v>mar/14</c:v>
                  </c:pt>
                  <c:pt idx="57">
                    <c:v>mar/14</c:v>
                  </c:pt>
                  <c:pt idx="58">
                    <c:v>mar/14</c:v>
                  </c:pt>
                  <c:pt idx="59">
                    <c:v>mar/14</c:v>
                  </c:pt>
                  <c:pt idx="60">
                    <c:v>mar/14</c:v>
                  </c:pt>
                  <c:pt idx="61">
                    <c:v>mar/14</c:v>
                  </c:pt>
                  <c:pt idx="62">
                    <c:v>mar/14</c:v>
                  </c:pt>
                  <c:pt idx="63">
                    <c:v>mar/14</c:v>
                  </c:pt>
                  <c:pt idx="64">
                    <c:v>mar/14</c:v>
                  </c:pt>
                  <c:pt idx="65">
                    <c:v>abr/14</c:v>
                  </c:pt>
                  <c:pt idx="66">
                    <c:v>abr/14</c:v>
                  </c:pt>
                  <c:pt idx="67">
                    <c:v>abr/14</c:v>
                  </c:pt>
                  <c:pt idx="68">
                    <c:v>abr/14</c:v>
                  </c:pt>
                  <c:pt idx="69">
                    <c:v>abr/14</c:v>
                  </c:pt>
                  <c:pt idx="70">
                    <c:v>abr/14</c:v>
                  </c:pt>
                  <c:pt idx="71">
                    <c:v>abr/14</c:v>
                  </c:pt>
                  <c:pt idx="72">
                    <c:v>abr/14</c:v>
                  </c:pt>
                  <c:pt idx="73">
                    <c:v>abr/14</c:v>
                  </c:pt>
                  <c:pt idx="74">
                    <c:v>abr/14</c:v>
                  </c:pt>
                  <c:pt idx="75">
                    <c:v>abr/14</c:v>
                  </c:pt>
                  <c:pt idx="76">
                    <c:v>abr/14</c:v>
                  </c:pt>
                  <c:pt idx="77">
                    <c:v>abr/14</c:v>
                  </c:pt>
                  <c:pt idx="78">
                    <c:v>abr/14</c:v>
                  </c:pt>
                  <c:pt idx="79">
                    <c:v>abr/14</c:v>
                  </c:pt>
                  <c:pt idx="80">
                    <c:v>abr/14</c:v>
                  </c:pt>
                  <c:pt idx="81">
                    <c:v>abr/14</c:v>
                  </c:pt>
                  <c:pt idx="82">
                    <c:v>abr/14</c:v>
                  </c:pt>
                  <c:pt idx="83">
                    <c:v>abr/14</c:v>
                  </c:pt>
                  <c:pt idx="84">
                    <c:v>abr/14</c:v>
                  </c:pt>
                  <c:pt idx="85">
                    <c:v>mai/14</c:v>
                  </c:pt>
                  <c:pt idx="86">
                    <c:v>mai/14</c:v>
                  </c:pt>
                  <c:pt idx="87">
                    <c:v>mai/14</c:v>
                  </c:pt>
                  <c:pt idx="88">
                    <c:v>mai/14</c:v>
                  </c:pt>
                  <c:pt idx="89">
                    <c:v>mai/14</c:v>
                  </c:pt>
                  <c:pt idx="90">
                    <c:v>mai/14</c:v>
                  </c:pt>
                  <c:pt idx="91">
                    <c:v>mai/14</c:v>
                  </c:pt>
                  <c:pt idx="92">
                    <c:v>mai/14</c:v>
                  </c:pt>
                  <c:pt idx="93">
                    <c:v>mai/14</c:v>
                  </c:pt>
                  <c:pt idx="94">
                    <c:v>mai/14</c:v>
                  </c:pt>
                  <c:pt idx="95">
                    <c:v>mai/14</c:v>
                  </c:pt>
                  <c:pt idx="96">
                    <c:v>mai/14</c:v>
                  </c:pt>
                  <c:pt idx="97">
                    <c:v>mai/14</c:v>
                  </c:pt>
                  <c:pt idx="98">
                    <c:v>mai/14</c:v>
                  </c:pt>
                  <c:pt idx="99">
                    <c:v>mai/14</c:v>
                  </c:pt>
                  <c:pt idx="100">
                    <c:v>mai/14</c:v>
                  </c:pt>
                  <c:pt idx="101">
                    <c:v>mai/14</c:v>
                  </c:pt>
                  <c:pt idx="102">
                    <c:v>mai/14</c:v>
                  </c:pt>
                  <c:pt idx="103">
                    <c:v>mai/14</c:v>
                  </c:pt>
                  <c:pt idx="104">
                    <c:v>mai/14</c:v>
                  </c:pt>
                  <c:pt idx="105">
                    <c:v>mai/14</c:v>
                  </c:pt>
                  <c:pt idx="106">
                    <c:v>jun/14</c:v>
                  </c:pt>
                  <c:pt idx="107">
                    <c:v>jun/14</c:v>
                  </c:pt>
                  <c:pt idx="108">
                    <c:v>jun/14</c:v>
                  </c:pt>
                  <c:pt idx="109">
                    <c:v>jun/14</c:v>
                  </c:pt>
                  <c:pt idx="110">
                    <c:v>jun/14</c:v>
                  </c:pt>
                  <c:pt idx="111">
                    <c:v>jun/14</c:v>
                  </c:pt>
                  <c:pt idx="112">
                    <c:v>jun/14</c:v>
                  </c:pt>
                  <c:pt idx="113">
                    <c:v>jun/14</c:v>
                  </c:pt>
                  <c:pt idx="114">
                    <c:v>jun/14</c:v>
                  </c:pt>
                  <c:pt idx="115">
                    <c:v>jun/14</c:v>
                  </c:pt>
                  <c:pt idx="116">
                    <c:v>jun/14</c:v>
                  </c:pt>
                  <c:pt idx="117">
                    <c:v>jun/14</c:v>
                  </c:pt>
                  <c:pt idx="118">
                    <c:v>jun/14</c:v>
                  </c:pt>
                  <c:pt idx="119">
                    <c:v>jun/14</c:v>
                  </c:pt>
                  <c:pt idx="120">
                    <c:v>jun/14</c:v>
                  </c:pt>
                  <c:pt idx="121">
                    <c:v>jun/14</c:v>
                  </c:pt>
                  <c:pt idx="122">
                    <c:v>jun/14</c:v>
                  </c:pt>
                  <c:pt idx="123">
                    <c:v>jun/14</c:v>
                  </c:pt>
                  <c:pt idx="124">
                    <c:v>jun/14</c:v>
                  </c:pt>
                  <c:pt idx="125">
                    <c:v>jul/14</c:v>
                  </c:pt>
                  <c:pt idx="126">
                    <c:v>jul/14</c:v>
                  </c:pt>
                  <c:pt idx="127">
                    <c:v>jul/14</c:v>
                  </c:pt>
                  <c:pt idx="128">
                    <c:v>jul/14</c:v>
                  </c:pt>
                  <c:pt idx="129">
                    <c:v>jul/14</c:v>
                  </c:pt>
                  <c:pt idx="130">
                    <c:v>jul/14</c:v>
                  </c:pt>
                  <c:pt idx="131">
                    <c:v>jul/14</c:v>
                  </c:pt>
                  <c:pt idx="132">
                    <c:v>jul/14</c:v>
                  </c:pt>
                  <c:pt idx="133">
                    <c:v>jul/14</c:v>
                  </c:pt>
                  <c:pt idx="134">
                    <c:v>jul/14</c:v>
                  </c:pt>
                  <c:pt idx="135">
                    <c:v>jul/14</c:v>
                  </c:pt>
                  <c:pt idx="136">
                    <c:v>jul/14</c:v>
                  </c:pt>
                  <c:pt idx="137">
                    <c:v>jul/14</c:v>
                  </c:pt>
                  <c:pt idx="138">
                    <c:v>jul/14</c:v>
                  </c:pt>
                  <c:pt idx="139">
                    <c:v>jul/14</c:v>
                  </c:pt>
                  <c:pt idx="140">
                    <c:v>jul/14</c:v>
                  </c:pt>
                  <c:pt idx="141">
                    <c:v>jul/14</c:v>
                  </c:pt>
                  <c:pt idx="142">
                    <c:v>jul/14</c:v>
                  </c:pt>
                  <c:pt idx="143">
                    <c:v>jul/14</c:v>
                  </c:pt>
                  <c:pt idx="144">
                    <c:v>jul/14</c:v>
                  </c:pt>
                  <c:pt idx="145">
                    <c:v>jul/14</c:v>
                  </c:pt>
                  <c:pt idx="146">
                    <c:v>jul/14</c:v>
                  </c:pt>
                  <c:pt idx="147">
                    <c:v>ago/14</c:v>
                  </c:pt>
                  <c:pt idx="148">
                    <c:v>ago/14</c:v>
                  </c:pt>
                  <c:pt idx="149">
                    <c:v>ago/14</c:v>
                  </c:pt>
                  <c:pt idx="150">
                    <c:v>ago/14</c:v>
                  </c:pt>
                  <c:pt idx="151">
                    <c:v>ago/14</c:v>
                  </c:pt>
                  <c:pt idx="152">
                    <c:v>ago/14</c:v>
                  </c:pt>
                  <c:pt idx="153">
                    <c:v>ago/14</c:v>
                  </c:pt>
                  <c:pt idx="154">
                    <c:v>ago/14</c:v>
                  </c:pt>
                  <c:pt idx="155">
                    <c:v>ago/14</c:v>
                  </c:pt>
                  <c:pt idx="156">
                    <c:v>ago/14</c:v>
                  </c:pt>
                  <c:pt idx="157">
                    <c:v>ago/14</c:v>
                  </c:pt>
                  <c:pt idx="158">
                    <c:v>ago/14</c:v>
                  </c:pt>
                  <c:pt idx="159">
                    <c:v>ago/14</c:v>
                  </c:pt>
                  <c:pt idx="160">
                    <c:v>ago/14</c:v>
                  </c:pt>
                  <c:pt idx="161">
                    <c:v>ago/14</c:v>
                  </c:pt>
                  <c:pt idx="162">
                    <c:v>ago/14</c:v>
                  </c:pt>
                  <c:pt idx="163">
                    <c:v>ago/14</c:v>
                  </c:pt>
                  <c:pt idx="164">
                    <c:v>ago/14</c:v>
                  </c:pt>
                  <c:pt idx="165">
                    <c:v>ago/14</c:v>
                  </c:pt>
                  <c:pt idx="166">
                    <c:v>ago/14</c:v>
                  </c:pt>
                  <c:pt idx="167">
                    <c:v>ago/14</c:v>
                  </c:pt>
                  <c:pt idx="168">
                    <c:v>set/14</c:v>
                  </c:pt>
                  <c:pt idx="169">
                    <c:v>set/14</c:v>
                  </c:pt>
                  <c:pt idx="170">
                    <c:v>set/14</c:v>
                  </c:pt>
                  <c:pt idx="171">
                    <c:v>set/14</c:v>
                  </c:pt>
                  <c:pt idx="172">
                    <c:v>set/14</c:v>
                  </c:pt>
                  <c:pt idx="173">
                    <c:v>set/14</c:v>
                  </c:pt>
                  <c:pt idx="174">
                    <c:v>set/14</c:v>
                  </c:pt>
                  <c:pt idx="175">
                    <c:v>set/14</c:v>
                  </c:pt>
                  <c:pt idx="176">
                    <c:v>set/14</c:v>
                  </c:pt>
                  <c:pt idx="177">
                    <c:v>set/14</c:v>
                  </c:pt>
                  <c:pt idx="178">
                    <c:v>set/14</c:v>
                  </c:pt>
                  <c:pt idx="179">
                    <c:v>set/14</c:v>
                  </c:pt>
                  <c:pt idx="180">
                    <c:v>set/14</c:v>
                  </c:pt>
                  <c:pt idx="181">
                    <c:v>set/14</c:v>
                  </c:pt>
                  <c:pt idx="182">
                    <c:v>set/14</c:v>
                  </c:pt>
                  <c:pt idx="183">
                    <c:v>set/14</c:v>
                  </c:pt>
                  <c:pt idx="184">
                    <c:v>set/14</c:v>
                  </c:pt>
                  <c:pt idx="185">
                    <c:v>set/14</c:v>
                  </c:pt>
                  <c:pt idx="186">
                    <c:v>set/14</c:v>
                  </c:pt>
                  <c:pt idx="187">
                    <c:v>set/14</c:v>
                  </c:pt>
                  <c:pt idx="188">
                    <c:v>set/14</c:v>
                  </c:pt>
                  <c:pt idx="189">
                    <c:v>set/14</c:v>
                  </c:pt>
                  <c:pt idx="190">
                    <c:v>out/14</c:v>
                  </c:pt>
                  <c:pt idx="191">
                    <c:v>out/14</c:v>
                  </c:pt>
                  <c:pt idx="192">
                    <c:v>out/14</c:v>
                  </c:pt>
                  <c:pt idx="193">
                    <c:v>out/14</c:v>
                  </c:pt>
                  <c:pt idx="194">
                    <c:v>out/14</c:v>
                  </c:pt>
                  <c:pt idx="195">
                    <c:v>out/14</c:v>
                  </c:pt>
                  <c:pt idx="196">
                    <c:v>out/14</c:v>
                  </c:pt>
                  <c:pt idx="197">
                    <c:v>out/14</c:v>
                  </c:pt>
                  <c:pt idx="198">
                    <c:v>out/14</c:v>
                  </c:pt>
                  <c:pt idx="199">
                    <c:v>out/14</c:v>
                  </c:pt>
                  <c:pt idx="200">
                    <c:v>out/14</c:v>
                  </c:pt>
                  <c:pt idx="201">
                    <c:v>out/14</c:v>
                  </c:pt>
                  <c:pt idx="202">
                    <c:v>out/14</c:v>
                  </c:pt>
                  <c:pt idx="203">
                    <c:v>out/14</c:v>
                  </c:pt>
                  <c:pt idx="204">
                    <c:v>out/14</c:v>
                  </c:pt>
                  <c:pt idx="205">
                    <c:v>out/14</c:v>
                  </c:pt>
                  <c:pt idx="206">
                    <c:v>out/14</c:v>
                  </c:pt>
                  <c:pt idx="207">
                    <c:v>out/14</c:v>
                  </c:pt>
                  <c:pt idx="208">
                    <c:v>out/14</c:v>
                  </c:pt>
                  <c:pt idx="209">
                    <c:v>out/14</c:v>
                  </c:pt>
                  <c:pt idx="210">
                    <c:v>out/14</c:v>
                  </c:pt>
                  <c:pt idx="211">
                    <c:v>out/14</c:v>
                  </c:pt>
                  <c:pt idx="212">
                    <c:v>out/14</c:v>
                  </c:pt>
                  <c:pt idx="213">
                    <c:v>nov/14</c:v>
                  </c:pt>
                  <c:pt idx="214">
                    <c:v>nov/14</c:v>
                  </c:pt>
                  <c:pt idx="215">
                    <c:v>nov/14</c:v>
                  </c:pt>
                  <c:pt idx="216">
                    <c:v>nov/14</c:v>
                  </c:pt>
                  <c:pt idx="217">
                    <c:v>nov/14</c:v>
                  </c:pt>
                  <c:pt idx="218">
                    <c:v>nov/14</c:v>
                  </c:pt>
                  <c:pt idx="219">
                    <c:v>nov/14</c:v>
                  </c:pt>
                  <c:pt idx="220">
                    <c:v>nov/14</c:v>
                  </c:pt>
                  <c:pt idx="221">
                    <c:v>nov/14</c:v>
                  </c:pt>
                  <c:pt idx="222">
                    <c:v>nov/14</c:v>
                  </c:pt>
                  <c:pt idx="223">
                    <c:v>nov/14</c:v>
                  </c:pt>
                  <c:pt idx="224">
                    <c:v>nov/14</c:v>
                  </c:pt>
                  <c:pt idx="225">
                    <c:v>nov/14</c:v>
                  </c:pt>
                  <c:pt idx="226">
                    <c:v>nov/14</c:v>
                  </c:pt>
                  <c:pt idx="227">
                    <c:v>nov/14</c:v>
                  </c:pt>
                  <c:pt idx="228">
                    <c:v>nov/14</c:v>
                  </c:pt>
                  <c:pt idx="229">
                    <c:v>nov/14</c:v>
                  </c:pt>
                  <c:pt idx="230">
                    <c:v>nov/14</c:v>
                  </c:pt>
                  <c:pt idx="231">
                    <c:v>nov/14</c:v>
                  </c:pt>
                  <c:pt idx="232">
                    <c:v>dez/14</c:v>
                  </c:pt>
                  <c:pt idx="233">
                    <c:v>dez/14</c:v>
                  </c:pt>
                  <c:pt idx="234">
                    <c:v>dez/14</c:v>
                  </c:pt>
                  <c:pt idx="235">
                    <c:v>dez/14</c:v>
                  </c:pt>
                  <c:pt idx="236">
                    <c:v>dez/14</c:v>
                  </c:pt>
                  <c:pt idx="237">
                    <c:v>dez/14</c:v>
                  </c:pt>
                  <c:pt idx="238">
                    <c:v>dez/14</c:v>
                  </c:pt>
                  <c:pt idx="239">
                    <c:v>dez/14</c:v>
                  </c:pt>
                  <c:pt idx="240">
                    <c:v>dez/14</c:v>
                  </c:pt>
                  <c:pt idx="241">
                    <c:v>dez/14</c:v>
                  </c:pt>
                  <c:pt idx="242">
                    <c:v>dez/14</c:v>
                  </c:pt>
                  <c:pt idx="243">
                    <c:v>dez/14</c:v>
                  </c:pt>
                  <c:pt idx="244">
                    <c:v>dez/14</c:v>
                  </c:pt>
                  <c:pt idx="245">
                    <c:v>dez/14</c:v>
                  </c:pt>
                  <c:pt idx="246">
                    <c:v>dez/14</c:v>
                  </c:pt>
                  <c:pt idx="247">
                    <c:v>dez/14</c:v>
                  </c:pt>
                  <c:pt idx="248">
                    <c:v>dez/14</c:v>
                  </c:pt>
                  <c:pt idx="249">
                    <c:v>dez/14</c:v>
                  </c:pt>
                  <c:pt idx="250">
                    <c:v>dez/14</c:v>
                  </c:pt>
                  <c:pt idx="251">
                    <c:v>dez/14</c:v>
                  </c:pt>
                </c:lvl>
              </c:multiLvlStrCache>
            </c:multiLvlStrRef>
          </c:cat>
          <c:val>
            <c:numRef>
              <c:f>Sheet1!$D$2:$D$253</c:f>
              <c:numCache>
                <c:formatCode>General</c:formatCode>
                <c:ptCount val="252"/>
                <c:pt idx="0">
                  <c:v>-0.018226799121707372</c:v>
                </c:pt>
                <c:pt idx="1">
                  <c:v>-0.018226799121707372</c:v>
                </c:pt>
                <c:pt idx="2">
                  <c:v>-0.018226799121707372</c:v>
                </c:pt>
                <c:pt idx="3">
                  <c:v>-0.018226799121707372</c:v>
                </c:pt>
                <c:pt idx="4">
                  <c:v>-0.018226799121707372</c:v>
                </c:pt>
                <c:pt idx="5">
                  <c:v>-0.018226799121707372</c:v>
                </c:pt>
                <c:pt idx="6">
                  <c:v>-0.018226799121707372</c:v>
                </c:pt>
                <c:pt idx="7">
                  <c:v>-0.018226799121707372</c:v>
                </c:pt>
                <c:pt idx="8">
                  <c:v>-0.018226799121707372</c:v>
                </c:pt>
                <c:pt idx="9">
                  <c:v>-0.018226799121707372</c:v>
                </c:pt>
                <c:pt idx="10">
                  <c:v>-0.018226799121707372</c:v>
                </c:pt>
                <c:pt idx="11">
                  <c:v>-0.018226799121707372</c:v>
                </c:pt>
                <c:pt idx="12">
                  <c:v>-0.018226799121707372</c:v>
                </c:pt>
                <c:pt idx="13">
                  <c:v>-0.018226799121707372</c:v>
                </c:pt>
                <c:pt idx="14">
                  <c:v>-0.018226799121707372</c:v>
                </c:pt>
                <c:pt idx="15">
                  <c:v>-0.018226799121707372</c:v>
                </c:pt>
                <c:pt idx="16">
                  <c:v>-0.018226799121707372</c:v>
                </c:pt>
                <c:pt idx="17">
                  <c:v>-0.018226799121707372</c:v>
                </c:pt>
                <c:pt idx="18">
                  <c:v>-0.018226799121707372</c:v>
                </c:pt>
                <c:pt idx="19">
                  <c:v>-0.018226799121707372</c:v>
                </c:pt>
                <c:pt idx="20">
                  <c:v>-0.018226799121707372</c:v>
                </c:pt>
                <c:pt idx="21">
                  <c:v>-0.018226799121707372</c:v>
                </c:pt>
                <c:pt idx="22">
                  <c:v>-0.018226799121707372</c:v>
                </c:pt>
                <c:pt idx="23">
                  <c:v>-0.018226799121707372</c:v>
                </c:pt>
                <c:pt idx="24">
                  <c:v>-0.018226799121707372</c:v>
                </c:pt>
                <c:pt idx="25">
                  <c:v>-0.018226799121707372</c:v>
                </c:pt>
                <c:pt idx="26">
                  <c:v>-0.018226799121707372</c:v>
                </c:pt>
                <c:pt idx="27">
                  <c:v>-0.018226799121707372</c:v>
                </c:pt>
                <c:pt idx="28">
                  <c:v>-0.018226799121707372</c:v>
                </c:pt>
                <c:pt idx="29">
                  <c:v>-0.018226799121707372</c:v>
                </c:pt>
                <c:pt idx="30">
                  <c:v>-0.018226799121707372</c:v>
                </c:pt>
                <c:pt idx="31">
                  <c:v>-0.018226799121707372</c:v>
                </c:pt>
                <c:pt idx="32">
                  <c:v>-0.018226799121707372</c:v>
                </c:pt>
                <c:pt idx="33">
                  <c:v>-0.018226799121707372</c:v>
                </c:pt>
                <c:pt idx="34">
                  <c:v>-0.018226799121707372</c:v>
                </c:pt>
                <c:pt idx="35">
                  <c:v>-0.018226799121707372</c:v>
                </c:pt>
                <c:pt idx="36">
                  <c:v>-0.018226799121707372</c:v>
                </c:pt>
                <c:pt idx="37">
                  <c:v>-0.018226799121707372</c:v>
                </c:pt>
                <c:pt idx="38">
                  <c:v>-0.018226799121707372</c:v>
                </c:pt>
                <c:pt idx="39">
                  <c:v>-0.018226799121707372</c:v>
                </c:pt>
                <c:pt idx="40">
                  <c:v>-0.018226799121707372</c:v>
                </c:pt>
                <c:pt idx="41">
                  <c:v>-0.018226799121707372</c:v>
                </c:pt>
                <c:pt idx="42">
                  <c:v>-0.018226799121707372</c:v>
                </c:pt>
                <c:pt idx="43">
                  <c:v>-0.018226799121707372</c:v>
                </c:pt>
                <c:pt idx="44">
                  <c:v>-0.018226799121707372</c:v>
                </c:pt>
                <c:pt idx="45">
                  <c:v>-0.018226799121707372</c:v>
                </c:pt>
                <c:pt idx="46">
                  <c:v>-0.018226799121707372</c:v>
                </c:pt>
                <c:pt idx="47">
                  <c:v>-0.018226799121707372</c:v>
                </c:pt>
                <c:pt idx="48">
                  <c:v>-0.018226799121707372</c:v>
                </c:pt>
                <c:pt idx="49">
                  <c:v>-0.018226799121707372</c:v>
                </c:pt>
                <c:pt idx="50">
                  <c:v>-0.018226799121707372</c:v>
                </c:pt>
                <c:pt idx="51">
                  <c:v>-0.018226799121707372</c:v>
                </c:pt>
                <c:pt idx="52">
                  <c:v>-0.018226799121707372</c:v>
                </c:pt>
                <c:pt idx="53">
                  <c:v>-0.018226799121707372</c:v>
                </c:pt>
                <c:pt idx="54">
                  <c:v>-0.018226799121707372</c:v>
                </c:pt>
                <c:pt idx="55">
                  <c:v>-0.018226799121707372</c:v>
                </c:pt>
                <c:pt idx="56">
                  <c:v>-0.018226799121707372</c:v>
                </c:pt>
                <c:pt idx="57">
                  <c:v>-0.018226799121707372</c:v>
                </c:pt>
                <c:pt idx="58">
                  <c:v>-0.018226799121707372</c:v>
                </c:pt>
                <c:pt idx="59">
                  <c:v>-0.018226799121707372</c:v>
                </c:pt>
                <c:pt idx="60">
                  <c:v>-0.018226799121707372</c:v>
                </c:pt>
                <c:pt idx="61">
                  <c:v>-0.018226799121707372</c:v>
                </c:pt>
                <c:pt idx="62">
                  <c:v>-0.018226799121707372</c:v>
                </c:pt>
                <c:pt idx="63">
                  <c:v>-0.018226799121707372</c:v>
                </c:pt>
                <c:pt idx="64">
                  <c:v>-0.018226799121707372</c:v>
                </c:pt>
                <c:pt idx="65">
                  <c:v>-0.018226799121707372</c:v>
                </c:pt>
                <c:pt idx="66">
                  <c:v>-0.018226799121707372</c:v>
                </c:pt>
                <c:pt idx="67">
                  <c:v>-0.018226799121707372</c:v>
                </c:pt>
                <c:pt idx="68">
                  <c:v>-0.018226799121707372</c:v>
                </c:pt>
                <c:pt idx="69">
                  <c:v>-0.018226799121707372</c:v>
                </c:pt>
                <c:pt idx="70">
                  <c:v>-0.018226799121707372</c:v>
                </c:pt>
                <c:pt idx="71">
                  <c:v>-0.018226799121707372</c:v>
                </c:pt>
                <c:pt idx="72">
                  <c:v>-0.018226799121707372</c:v>
                </c:pt>
                <c:pt idx="73">
                  <c:v>-0.018226799121707372</c:v>
                </c:pt>
                <c:pt idx="74">
                  <c:v>-0.018226799121707372</c:v>
                </c:pt>
                <c:pt idx="75">
                  <c:v>-0.018226799121707372</c:v>
                </c:pt>
                <c:pt idx="76">
                  <c:v>-0.018226799121707372</c:v>
                </c:pt>
                <c:pt idx="77">
                  <c:v>-0.018226799121707372</c:v>
                </c:pt>
                <c:pt idx="78">
                  <c:v>-0.018226799121707372</c:v>
                </c:pt>
                <c:pt idx="79">
                  <c:v>-0.018226799121707372</c:v>
                </c:pt>
                <c:pt idx="80">
                  <c:v>-0.018226799121707372</c:v>
                </c:pt>
                <c:pt idx="81">
                  <c:v>-0.018226799121707372</c:v>
                </c:pt>
                <c:pt idx="82">
                  <c:v>-0.018226799121707372</c:v>
                </c:pt>
                <c:pt idx="83">
                  <c:v>-0.018226799121707372</c:v>
                </c:pt>
                <c:pt idx="84">
                  <c:v>-0.018226799121707372</c:v>
                </c:pt>
                <c:pt idx="85">
                  <c:v>-0.018226799121707372</c:v>
                </c:pt>
                <c:pt idx="86">
                  <c:v>-0.018226799121707372</c:v>
                </c:pt>
                <c:pt idx="87">
                  <c:v>-0.018226799121707372</c:v>
                </c:pt>
                <c:pt idx="88">
                  <c:v>-0.018226799121707372</c:v>
                </c:pt>
                <c:pt idx="89">
                  <c:v>-0.018226799121707372</c:v>
                </c:pt>
                <c:pt idx="90">
                  <c:v>-0.018226799121707372</c:v>
                </c:pt>
                <c:pt idx="91">
                  <c:v>-0.018226799121707372</c:v>
                </c:pt>
                <c:pt idx="92">
                  <c:v>-0.018226799121707372</c:v>
                </c:pt>
                <c:pt idx="93">
                  <c:v>-0.018226799121707372</c:v>
                </c:pt>
                <c:pt idx="94">
                  <c:v>-0.018226799121707372</c:v>
                </c:pt>
                <c:pt idx="95">
                  <c:v>-0.018226799121707372</c:v>
                </c:pt>
                <c:pt idx="96">
                  <c:v>-0.018226799121707372</c:v>
                </c:pt>
                <c:pt idx="97">
                  <c:v>-0.018226799121707372</c:v>
                </c:pt>
                <c:pt idx="98">
                  <c:v>-0.018226799121707372</c:v>
                </c:pt>
                <c:pt idx="99">
                  <c:v>-0.018226799121707372</c:v>
                </c:pt>
                <c:pt idx="100">
                  <c:v>-0.018226799121707372</c:v>
                </c:pt>
                <c:pt idx="101">
                  <c:v>-0.018226799121707372</c:v>
                </c:pt>
                <c:pt idx="102">
                  <c:v>-0.018226799121707372</c:v>
                </c:pt>
                <c:pt idx="103">
                  <c:v>-0.018226799121707372</c:v>
                </c:pt>
                <c:pt idx="104">
                  <c:v>-0.018226799121707372</c:v>
                </c:pt>
                <c:pt idx="105">
                  <c:v>-0.018226799121707372</c:v>
                </c:pt>
                <c:pt idx="106">
                  <c:v>-0.018226799121707372</c:v>
                </c:pt>
                <c:pt idx="107">
                  <c:v>-0.018226799121707372</c:v>
                </c:pt>
                <c:pt idx="108">
                  <c:v>-0.018226799121707372</c:v>
                </c:pt>
                <c:pt idx="109">
                  <c:v>-0.018226799121707372</c:v>
                </c:pt>
                <c:pt idx="110">
                  <c:v>-0.018226799121707372</c:v>
                </c:pt>
                <c:pt idx="111">
                  <c:v>-0.018226799121707372</c:v>
                </c:pt>
                <c:pt idx="112">
                  <c:v>-0.018226799121707372</c:v>
                </c:pt>
                <c:pt idx="113">
                  <c:v>-0.018226799121707372</c:v>
                </c:pt>
                <c:pt idx="114">
                  <c:v>-0.018226799121707372</c:v>
                </c:pt>
                <c:pt idx="115">
                  <c:v>-0.018226799121707372</c:v>
                </c:pt>
                <c:pt idx="116">
                  <c:v>-0.018226799121707372</c:v>
                </c:pt>
                <c:pt idx="117">
                  <c:v>-0.018226799121707372</c:v>
                </c:pt>
                <c:pt idx="118">
                  <c:v>-0.018226799121707372</c:v>
                </c:pt>
                <c:pt idx="119">
                  <c:v>-0.018226799121707372</c:v>
                </c:pt>
                <c:pt idx="120">
                  <c:v>-0.018226799121707372</c:v>
                </c:pt>
                <c:pt idx="121">
                  <c:v>-0.018226799121707372</c:v>
                </c:pt>
                <c:pt idx="122">
                  <c:v>-0.018226799121707372</c:v>
                </c:pt>
                <c:pt idx="123">
                  <c:v>-0.018226799121707372</c:v>
                </c:pt>
                <c:pt idx="124">
                  <c:v>-0.018226799121707372</c:v>
                </c:pt>
                <c:pt idx="125">
                  <c:v>-0.018226799121707372</c:v>
                </c:pt>
                <c:pt idx="126">
                  <c:v>-0.018226799121707372</c:v>
                </c:pt>
                <c:pt idx="127">
                  <c:v>-0.018226799121707372</c:v>
                </c:pt>
                <c:pt idx="128">
                  <c:v>-0.018226799121707372</c:v>
                </c:pt>
                <c:pt idx="129">
                  <c:v>-0.018226799121707372</c:v>
                </c:pt>
                <c:pt idx="130">
                  <c:v>-0.018226799121707372</c:v>
                </c:pt>
                <c:pt idx="131">
                  <c:v>-0.018226799121707372</c:v>
                </c:pt>
                <c:pt idx="132">
                  <c:v>-0.018226799121707372</c:v>
                </c:pt>
                <c:pt idx="133">
                  <c:v>-0.018226799121707372</c:v>
                </c:pt>
                <c:pt idx="134">
                  <c:v>-0.018226799121707372</c:v>
                </c:pt>
                <c:pt idx="135">
                  <c:v>-0.018226799121707372</c:v>
                </c:pt>
                <c:pt idx="136">
                  <c:v>-0.018226799121707372</c:v>
                </c:pt>
                <c:pt idx="137">
                  <c:v>-0.018226799121707372</c:v>
                </c:pt>
                <c:pt idx="138">
                  <c:v>-0.018226799121707372</c:v>
                </c:pt>
                <c:pt idx="139">
                  <c:v>-0.018226799121707372</c:v>
                </c:pt>
                <c:pt idx="140">
                  <c:v>-0.018226799121707372</c:v>
                </c:pt>
                <c:pt idx="141">
                  <c:v>-0.018226799121707372</c:v>
                </c:pt>
                <c:pt idx="142">
                  <c:v>-0.018226799121707372</c:v>
                </c:pt>
                <c:pt idx="143">
                  <c:v>-0.018226799121707372</c:v>
                </c:pt>
                <c:pt idx="144">
                  <c:v>-0.018226799121707372</c:v>
                </c:pt>
                <c:pt idx="145">
                  <c:v>-0.018226799121707372</c:v>
                </c:pt>
                <c:pt idx="146">
                  <c:v>-0.018226799121707372</c:v>
                </c:pt>
                <c:pt idx="147">
                  <c:v>-0.018226799121707372</c:v>
                </c:pt>
                <c:pt idx="148">
                  <c:v>-0.018226799121707372</c:v>
                </c:pt>
                <c:pt idx="149">
                  <c:v>-0.018226799121707372</c:v>
                </c:pt>
                <c:pt idx="150">
                  <c:v>-0.018226799121707372</c:v>
                </c:pt>
                <c:pt idx="151">
                  <c:v>-0.018226799121707372</c:v>
                </c:pt>
                <c:pt idx="152">
                  <c:v>-0.018226799121707372</c:v>
                </c:pt>
                <c:pt idx="153">
                  <c:v>-0.018226799121707372</c:v>
                </c:pt>
                <c:pt idx="154">
                  <c:v>-0.018226799121707372</c:v>
                </c:pt>
                <c:pt idx="155">
                  <c:v>-0.018226799121707372</c:v>
                </c:pt>
                <c:pt idx="156">
                  <c:v>-0.018226799121707372</c:v>
                </c:pt>
                <c:pt idx="157">
                  <c:v>-0.018226799121707372</c:v>
                </c:pt>
                <c:pt idx="158">
                  <c:v>-0.018226799121707372</c:v>
                </c:pt>
                <c:pt idx="159">
                  <c:v>-0.018226799121707372</c:v>
                </c:pt>
                <c:pt idx="160">
                  <c:v>-0.018226799121707372</c:v>
                </c:pt>
                <c:pt idx="161">
                  <c:v>-0.018226799121707372</c:v>
                </c:pt>
                <c:pt idx="162">
                  <c:v>-0.018226799121707372</c:v>
                </c:pt>
                <c:pt idx="163">
                  <c:v>-0.018226799121707372</c:v>
                </c:pt>
                <c:pt idx="164">
                  <c:v>-0.018226799121707372</c:v>
                </c:pt>
                <c:pt idx="165">
                  <c:v>-0.018226799121707372</c:v>
                </c:pt>
                <c:pt idx="166">
                  <c:v>-0.018226799121707372</c:v>
                </c:pt>
                <c:pt idx="167">
                  <c:v>-0.018226799121707372</c:v>
                </c:pt>
                <c:pt idx="168">
                  <c:v>-0.018226799121707372</c:v>
                </c:pt>
                <c:pt idx="169">
                  <c:v>-0.018226799121707372</c:v>
                </c:pt>
                <c:pt idx="170">
                  <c:v>-0.018226799121707372</c:v>
                </c:pt>
                <c:pt idx="171">
                  <c:v>-0.018226799121707372</c:v>
                </c:pt>
                <c:pt idx="172">
                  <c:v>-0.018226799121707372</c:v>
                </c:pt>
                <c:pt idx="173">
                  <c:v>-0.018226799121707372</c:v>
                </c:pt>
                <c:pt idx="174">
                  <c:v>-0.018226799121707372</c:v>
                </c:pt>
                <c:pt idx="175">
                  <c:v>-0.018226799121707372</c:v>
                </c:pt>
                <c:pt idx="176">
                  <c:v>-0.018226799121707372</c:v>
                </c:pt>
                <c:pt idx="177">
                  <c:v>-0.018226799121707372</c:v>
                </c:pt>
                <c:pt idx="178">
                  <c:v>-0.018226799121707372</c:v>
                </c:pt>
                <c:pt idx="179">
                  <c:v>-0.018226799121707372</c:v>
                </c:pt>
                <c:pt idx="180">
                  <c:v>-0.018226799121707372</c:v>
                </c:pt>
                <c:pt idx="181">
                  <c:v>-0.018226799121707372</c:v>
                </c:pt>
                <c:pt idx="182">
                  <c:v>-0.018226799121707372</c:v>
                </c:pt>
                <c:pt idx="183">
                  <c:v>-0.018226799121707372</c:v>
                </c:pt>
                <c:pt idx="184">
                  <c:v>-0.018226799121707372</c:v>
                </c:pt>
                <c:pt idx="185">
                  <c:v>-0.018226799121707372</c:v>
                </c:pt>
                <c:pt idx="186">
                  <c:v>-0.018226799121707372</c:v>
                </c:pt>
                <c:pt idx="187">
                  <c:v>-0.018226799121707372</c:v>
                </c:pt>
                <c:pt idx="188">
                  <c:v>-0.018226799121707372</c:v>
                </c:pt>
                <c:pt idx="189">
                  <c:v>-0.018226799121707372</c:v>
                </c:pt>
                <c:pt idx="190">
                  <c:v>-0.018226799121707372</c:v>
                </c:pt>
                <c:pt idx="191">
                  <c:v>-0.018226799121707372</c:v>
                </c:pt>
                <c:pt idx="192">
                  <c:v>-0.018226799121707372</c:v>
                </c:pt>
                <c:pt idx="193">
                  <c:v>-0.018226799121707372</c:v>
                </c:pt>
                <c:pt idx="194">
                  <c:v>-0.018226799121707372</c:v>
                </c:pt>
                <c:pt idx="195">
                  <c:v>-0.018226799121707372</c:v>
                </c:pt>
                <c:pt idx="196">
                  <c:v>-0.018226799121707372</c:v>
                </c:pt>
                <c:pt idx="197">
                  <c:v>-0.018226799121707372</c:v>
                </c:pt>
                <c:pt idx="198">
                  <c:v>-0.018226799121707372</c:v>
                </c:pt>
                <c:pt idx="199">
                  <c:v>-0.018226799121707372</c:v>
                </c:pt>
                <c:pt idx="200">
                  <c:v>-0.018226799121707372</c:v>
                </c:pt>
                <c:pt idx="201">
                  <c:v>-0.018226799121707372</c:v>
                </c:pt>
                <c:pt idx="202">
                  <c:v>-0.018226799121707372</c:v>
                </c:pt>
                <c:pt idx="203">
                  <c:v>-0.018226799121707372</c:v>
                </c:pt>
                <c:pt idx="204">
                  <c:v>-0.018226799121707372</c:v>
                </c:pt>
                <c:pt idx="205">
                  <c:v>-0.018226799121707372</c:v>
                </c:pt>
                <c:pt idx="206">
                  <c:v>-0.018226799121707372</c:v>
                </c:pt>
                <c:pt idx="207">
                  <c:v>-0.018226799121707372</c:v>
                </c:pt>
                <c:pt idx="208">
                  <c:v>-0.018226799121707372</c:v>
                </c:pt>
                <c:pt idx="209">
                  <c:v>-0.018226799121707372</c:v>
                </c:pt>
                <c:pt idx="210">
                  <c:v>-0.018226799121707372</c:v>
                </c:pt>
                <c:pt idx="211">
                  <c:v>-0.018226799121707372</c:v>
                </c:pt>
                <c:pt idx="212">
                  <c:v>-0.018226799121707372</c:v>
                </c:pt>
                <c:pt idx="213">
                  <c:v>-0.018226799121707372</c:v>
                </c:pt>
                <c:pt idx="214">
                  <c:v>-0.018226799121707372</c:v>
                </c:pt>
                <c:pt idx="215">
                  <c:v>-0.018226799121707372</c:v>
                </c:pt>
                <c:pt idx="216">
                  <c:v>-0.018226799121707372</c:v>
                </c:pt>
                <c:pt idx="217">
                  <c:v>-0.018226799121707372</c:v>
                </c:pt>
                <c:pt idx="218">
                  <c:v>-0.018226799121707372</c:v>
                </c:pt>
                <c:pt idx="219">
                  <c:v>-0.018226799121707372</c:v>
                </c:pt>
                <c:pt idx="220">
                  <c:v>-0.018226799121707372</c:v>
                </c:pt>
                <c:pt idx="221">
                  <c:v>-0.018226799121707372</c:v>
                </c:pt>
                <c:pt idx="222">
                  <c:v>-0.018226799121707372</c:v>
                </c:pt>
                <c:pt idx="223">
                  <c:v>-0.018226799121707372</c:v>
                </c:pt>
                <c:pt idx="224">
                  <c:v>-0.018226799121707372</c:v>
                </c:pt>
                <c:pt idx="225">
                  <c:v>-0.018226799121707372</c:v>
                </c:pt>
                <c:pt idx="226">
                  <c:v>-0.018226799121707372</c:v>
                </c:pt>
                <c:pt idx="227">
                  <c:v>-0.018226799121707372</c:v>
                </c:pt>
                <c:pt idx="228">
                  <c:v>-0.018226799121707372</c:v>
                </c:pt>
                <c:pt idx="229">
                  <c:v>-0.018226799121707372</c:v>
                </c:pt>
                <c:pt idx="230">
                  <c:v>-0.018226799121707372</c:v>
                </c:pt>
                <c:pt idx="231">
                  <c:v>-0.018226799121707372</c:v>
                </c:pt>
                <c:pt idx="232">
                  <c:v>-0.018226799121707372</c:v>
                </c:pt>
                <c:pt idx="233">
                  <c:v>-0.018226799121707372</c:v>
                </c:pt>
                <c:pt idx="234">
                  <c:v>-0.018226799121707372</c:v>
                </c:pt>
                <c:pt idx="235">
                  <c:v>-0.018226799121707372</c:v>
                </c:pt>
                <c:pt idx="236">
                  <c:v>-0.018226799121707372</c:v>
                </c:pt>
                <c:pt idx="237">
                  <c:v>-0.018226799121707372</c:v>
                </c:pt>
                <c:pt idx="238">
                  <c:v>-0.018226799121707372</c:v>
                </c:pt>
                <c:pt idx="239">
                  <c:v>-0.018226799121707372</c:v>
                </c:pt>
                <c:pt idx="240">
                  <c:v>-0.018226799121707372</c:v>
                </c:pt>
                <c:pt idx="241">
                  <c:v>-0.018226799121707372</c:v>
                </c:pt>
                <c:pt idx="242">
                  <c:v>-0.018226799121707372</c:v>
                </c:pt>
                <c:pt idx="243">
                  <c:v>-0.018226799121707372</c:v>
                </c:pt>
                <c:pt idx="244">
                  <c:v>-0.018226799121707372</c:v>
                </c:pt>
                <c:pt idx="245">
                  <c:v>-0.018226799121707372</c:v>
                </c:pt>
                <c:pt idx="246">
                  <c:v>-0.018226799121707372</c:v>
                </c:pt>
                <c:pt idx="247">
                  <c:v>-0.018226799121707372</c:v>
                </c:pt>
                <c:pt idx="248">
                  <c:v>-0.018226799121707372</c:v>
                </c:pt>
                <c:pt idx="249">
                  <c:v>-0.018226799121707372</c:v>
                </c:pt>
                <c:pt idx="250">
                  <c:v>-0.018226799121707372</c:v>
                </c:pt>
                <c:pt idx="251">
                  <c:v>-0.018226799121707372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3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;&quot;−&quot;0.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GGBR4/GOAU4 no 1º semestre de 2015 (treino)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 (Kalman δ = 10⁻⁴)</c:v>
                </c:pt>
              </c:strCache>
            </c:strRef>
          </c:tx>
          <c:spPr>
            <a:solidFill>
              <a:srgbClr val="7B2FBE"/>
            </a:solidFill>
            <a:ln w="22225" cap="flat">
              <a:solidFill>
                <a:srgbClr val="7B2FB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B2FBE"/>
              </a:solidFill>
              <a:ln w="9525" cap="flat">
                <a:solidFill>
                  <a:srgbClr val="7B2F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Sheet1!$A$2:$A$123</c:f>
              <c:multiLvlStrCache>
                <c:ptCount val="122"/>
                <c:lvl>
                  <c:pt idx="0">
                    <c:v>02/01</c:v>
                  </c:pt>
                  <c:pt idx="1">
                    <c:v>05/01</c:v>
                  </c:pt>
                  <c:pt idx="2">
                    <c:v>06/01</c:v>
                  </c:pt>
                  <c:pt idx="3">
                    <c:v>07/01</c:v>
                  </c:pt>
                  <c:pt idx="4">
                    <c:v>08/01</c:v>
                  </c:pt>
                  <c:pt idx="5">
                    <c:v>09/01</c:v>
                  </c:pt>
                  <c:pt idx="6">
                    <c:v>12/01</c:v>
                  </c:pt>
                  <c:pt idx="7">
                    <c:v>13/01</c:v>
                  </c:pt>
                  <c:pt idx="8">
                    <c:v>14/01</c:v>
                  </c:pt>
                  <c:pt idx="9">
                    <c:v>15/01</c:v>
                  </c:pt>
                  <c:pt idx="10">
                    <c:v>16/01</c:v>
                  </c:pt>
                  <c:pt idx="11">
                    <c:v>19/01</c:v>
                  </c:pt>
                  <c:pt idx="12">
                    <c:v>20/01</c:v>
                  </c:pt>
                  <c:pt idx="13">
                    <c:v>21/01</c:v>
                  </c:pt>
                  <c:pt idx="14">
                    <c:v>22/01</c:v>
                  </c:pt>
                  <c:pt idx="15">
                    <c:v>23/01</c:v>
                  </c:pt>
                  <c:pt idx="16">
                    <c:v>26/01</c:v>
                  </c:pt>
                  <c:pt idx="17">
                    <c:v>27/01</c:v>
                  </c:pt>
                  <c:pt idx="18">
                    <c:v>28/01</c:v>
                  </c:pt>
                  <c:pt idx="19">
                    <c:v>29/01</c:v>
                  </c:pt>
                  <c:pt idx="20">
                    <c:v>30/01</c:v>
                  </c:pt>
                  <c:pt idx="21">
                    <c:v>02/02</c:v>
                  </c:pt>
                  <c:pt idx="22">
                    <c:v>03/02</c:v>
                  </c:pt>
                  <c:pt idx="23">
                    <c:v>04/02</c:v>
                  </c:pt>
                  <c:pt idx="24">
                    <c:v>05/02</c:v>
                  </c:pt>
                  <c:pt idx="25">
                    <c:v>06/02</c:v>
                  </c:pt>
                  <c:pt idx="26">
                    <c:v>09/02</c:v>
                  </c:pt>
                  <c:pt idx="27">
                    <c:v>10/02</c:v>
                  </c:pt>
                  <c:pt idx="28">
                    <c:v>11/02</c:v>
                  </c:pt>
                  <c:pt idx="29">
                    <c:v>12/02</c:v>
                  </c:pt>
                  <c:pt idx="30">
                    <c:v>13/02</c:v>
                  </c:pt>
                  <c:pt idx="31">
                    <c:v>18/02</c:v>
                  </c:pt>
                  <c:pt idx="32">
                    <c:v>19/02</c:v>
                  </c:pt>
                  <c:pt idx="33">
                    <c:v>20/02</c:v>
                  </c:pt>
                  <c:pt idx="34">
                    <c:v>23/02</c:v>
                  </c:pt>
                  <c:pt idx="35">
                    <c:v>24/02</c:v>
                  </c:pt>
                  <c:pt idx="36">
                    <c:v>25/02</c:v>
                  </c:pt>
                  <c:pt idx="37">
                    <c:v>26/02</c:v>
                  </c:pt>
                  <c:pt idx="38">
                    <c:v>27/02</c:v>
                  </c:pt>
                  <c:pt idx="39">
                    <c:v>02/03</c:v>
                  </c:pt>
                  <c:pt idx="40">
                    <c:v>03/03</c:v>
                  </c:pt>
                  <c:pt idx="41">
                    <c:v>04/03</c:v>
                  </c:pt>
                  <c:pt idx="42">
                    <c:v>05/03</c:v>
                  </c:pt>
                  <c:pt idx="43">
                    <c:v>06/03</c:v>
                  </c:pt>
                  <c:pt idx="44">
                    <c:v>09/03</c:v>
                  </c:pt>
                  <c:pt idx="45">
                    <c:v>10/03</c:v>
                  </c:pt>
                  <c:pt idx="46">
                    <c:v>11/03</c:v>
                  </c:pt>
                  <c:pt idx="47">
                    <c:v>12/03</c:v>
                  </c:pt>
                  <c:pt idx="48">
                    <c:v>13/03</c:v>
                  </c:pt>
                  <c:pt idx="49">
                    <c:v>16/03</c:v>
                  </c:pt>
                  <c:pt idx="50">
                    <c:v>17/03</c:v>
                  </c:pt>
                  <c:pt idx="51">
                    <c:v>18/03</c:v>
                  </c:pt>
                  <c:pt idx="52">
                    <c:v>19/03</c:v>
                  </c:pt>
                  <c:pt idx="53">
                    <c:v>20/03</c:v>
                  </c:pt>
                  <c:pt idx="54">
                    <c:v>23/03</c:v>
                  </c:pt>
                  <c:pt idx="55">
                    <c:v>24/03</c:v>
                  </c:pt>
                  <c:pt idx="56">
                    <c:v>25/03</c:v>
                  </c:pt>
                  <c:pt idx="57">
                    <c:v>26/03</c:v>
                  </c:pt>
                  <c:pt idx="58">
                    <c:v>27/03</c:v>
                  </c:pt>
                  <c:pt idx="59">
                    <c:v>30/03</c:v>
                  </c:pt>
                  <c:pt idx="60">
                    <c:v>31/03</c:v>
                  </c:pt>
                  <c:pt idx="61">
                    <c:v>01/04</c:v>
                  </c:pt>
                  <c:pt idx="62">
                    <c:v>02/04</c:v>
                  </c:pt>
                  <c:pt idx="63">
                    <c:v>06/04</c:v>
                  </c:pt>
                  <c:pt idx="64">
                    <c:v>07/04</c:v>
                  </c:pt>
                  <c:pt idx="65">
                    <c:v>08/04</c:v>
                  </c:pt>
                  <c:pt idx="66">
                    <c:v>09/04</c:v>
                  </c:pt>
                  <c:pt idx="67">
                    <c:v>10/04</c:v>
                  </c:pt>
                  <c:pt idx="68">
                    <c:v>13/04</c:v>
                  </c:pt>
                  <c:pt idx="69">
                    <c:v>14/04</c:v>
                  </c:pt>
                  <c:pt idx="70">
                    <c:v>15/04</c:v>
                  </c:pt>
                  <c:pt idx="71">
                    <c:v>16/04</c:v>
                  </c:pt>
                  <c:pt idx="72">
                    <c:v>17/04</c:v>
                  </c:pt>
                  <c:pt idx="73">
                    <c:v>20/04</c:v>
                  </c:pt>
                  <c:pt idx="74">
                    <c:v>22/04</c:v>
                  </c:pt>
                  <c:pt idx="75">
                    <c:v>23/04</c:v>
                  </c:pt>
                  <c:pt idx="76">
                    <c:v>24/04</c:v>
                  </c:pt>
                  <c:pt idx="77">
                    <c:v>27/04</c:v>
                  </c:pt>
                  <c:pt idx="78">
                    <c:v>28/04</c:v>
                  </c:pt>
                  <c:pt idx="79">
                    <c:v>29/04</c:v>
                  </c:pt>
                  <c:pt idx="80">
                    <c:v>30/04</c:v>
                  </c:pt>
                  <c:pt idx="81">
                    <c:v>04/05</c:v>
                  </c:pt>
                  <c:pt idx="82">
                    <c:v>05/05</c:v>
                  </c:pt>
                  <c:pt idx="83">
                    <c:v>06/05</c:v>
                  </c:pt>
                  <c:pt idx="84">
                    <c:v>07/05</c:v>
                  </c:pt>
                  <c:pt idx="85">
                    <c:v>08/05</c:v>
                  </c:pt>
                  <c:pt idx="86">
                    <c:v>11/05</c:v>
                  </c:pt>
                  <c:pt idx="87">
                    <c:v>12/05</c:v>
                  </c:pt>
                  <c:pt idx="88">
                    <c:v>13/05</c:v>
                  </c:pt>
                  <c:pt idx="89">
                    <c:v>14/05</c:v>
                  </c:pt>
                  <c:pt idx="90">
                    <c:v>15/05</c:v>
                  </c:pt>
                  <c:pt idx="91">
                    <c:v>18/05</c:v>
                  </c:pt>
                  <c:pt idx="92">
                    <c:v>19/05</c:v>
                  </c:pt>
                  <c:pt idx="93">
                    <c:v>20/05</c:v>
                  </c:pt>
                  <c:pt idx="94">
                    <c:v>21/05</c:v>
                  </c:pt>
                  <c:pt idx="95">
                    <c:v>22/05</c:v>
                  </c:pt>
                  <c:pt idx="96">
                    <c:v>25/05</c:v>
                  </c:pt>
                  <c:pt idx="97">
                    <c:v>26/05</c:v>
                  </c:pt>
                  <c:pt idx="98">
                    <c:v>27/05</c:v>
                  </c:pt>
                  <c:pt idx="99">
                    <c:v>28/05</c:v>
                  </c:pt>
                  <c:pt idx="100">
                    <c:v>29/05</c:v>
                  </c:pt>
                  <c:pt idx="101">
                    <c:v>01/06</c:v>
                  </c:pt>
                  <c:pt idx="102">
                    <c:v>02/06</c:v>
                  </c:pt>
                  <c:pt idx="103">
                    <c:v>03/06</c:v>
                  </c:pt>
                  <c:pt idx="104">
                    <c:v>05/06</c:v>
                  </c:pt>
                  <c:pt idx="105">
                    <c:v>08/06</c:v>
                  </c:pt>
                  <c:pt idx="106">
                    <c:v>09/06</c:v>
                  </c:pt>
                  <c:pt idx="107">
                    <c:v>10/06</c:v>
                  </c:pt>
                  <c:pt idx="108">
                    <c:v>11/06</c:v>
                  </c:pt>
                  <c:pt idx="109">
                    <c:v>12/06</c:v>
                  </c:pt>
                  <c:pt idx="110">
                    <c:v>15/06</c:v>
                  </c:pt>
                  <c:pt idx="111">
                    <c:v>16/06</c:v>
                  </c:pt>
                  <c:pt idx="112">
                    <c:v>17/06</c:v>
                  </c:pt>
                  <c:pt idx="113">
                    <c:v>18/06</c:v>
                  </c:pt>
                  <c:pt idx="114">
                    <c:v>19/06</c:v>
                  </c:pt>
                  <c:pt idx="115">
                    <c:v>22/06</c:v>
                  </c:pt>
                  <c:pt idx="116">
                    <c:v>23/06</c:v>
                  </c:pt>
                  <c:pt idx="117">
                    <c:v>24/06</c:v>
                  </c:pt>
                  <c:pt idx="118">
                    <c:v>25/06</c:v>
                  </c:pt>
                  <c:pt idx="119">
                    <c:v>26/06</c:v>
                  </c:pt>
                  <c:pt idx="120">
                    <c:v>29/06</c:v>
                  </c:pt>
                  <c:pt idx="121">
                    <c:v>30/06</c:v>
                  </c:pt>
                </c:lvl>
              </c:multiLvlStrCache>
            </c:multiLvlStrRef>
          </c:cat>
          <c:val>
            <c:numRef>
              <c:f>Sheet1!$B$2:$B$123</c:f>
              <c:numCache>
                <c:formatCode>General</c:formatCode>
                <c:ptCount val="122"/>
                <c:pt idx="0">
                  <c:v>-0.609523</c:v>
                </c:pt>
                <c:pt idx="1">
                  <c:v>-0.162093</c:v>
                </c:pt>
                <c:pt idx="2">
                  <c:v>0.47325</c:v>
                </c:pt>
                <c:pt idx="3">
                  <c:v>0.201635</c:v>
                </c:pt>
                <c:pt idx="4">
                  <c:v>0.473133</c:v>
                </c:pt>
                <c:pt idx="5">
                  <c:v>0.396757</c:v>
                </c:pt>
                <c:pt idx="6">
                  <c:v>0.139789</c:v>
                </c:pt>
                <c:pt idx="7">
                  <c:v>-0.273352</c:v>
                </c:pt>
                <c:pt idx="8">
                  <c:v>-0.259828</c:v>
                </c:pt>
                <c:pt idx="9">
                  <c:v>0.213701</c:v>
                </c:pt>
                <c:pt idx="10">
                  <c:v>0.422578</c:v>
                </c:pt>
                <c:pt idx="11">
                  <c:v>-0.499643</c:v>
                </c:pt>
                <c:pt idx="12">
                  <c:v>0.618603</c:v>
                </c:pt>
                <c:pt idx="13">
                  <c:v>-0.01078</c:v>
                </c:pt>
                <c:pt idx="14">
                  <c:v>1.9299</c:v>
                </c:pt>
                <c:pt idx="15">
                  <c:v>1.136012</c:v>
                </c:pt>
                <c:pt idx="16">
                  <c:v>0.321823</c:v>
                </c:pt>
                <c:pt idx="17">
                  <c:v>-0.161699</c:v>
                </c:pt>
                <c:pt idx="18">
                  <c:v>0.388997</c:v>
                </c:pt>
                <c:pt idx="19">
                  <c:v>-0.743742</c:v>
                </c:pt>
                <c:pt idx="20">
                  <c:v>0.931315</c:v>
                </c:pt>
                <c:pt idx="21">
                  <c:v>-0.551589</c:v>
                </c:pt>
                <c:pt idx="22">
                  <c:v>-0.940399</c:v>
                </c:pt>
                <c:pt idx="23">
                  <c:v>0.708204</c:v>
                </c:pt>
                <c:pt idx="24">
                  <c:v>0.144291</c:v>
                </c:pt>
                <c:pt idx="25">
                  <c:v>0.257865</c:v>
                </c:pt>
                <c:pt idx="26">
                  <c:v>0.966173</c:v>
                </c:pt>
                <c:pt idx="27">
                  <c:v>0.440488</c:v>
                </c:pt>
                <c:pt idx="28">
                  <c:v>-0.257796</c:v>
                </c:pt>
                <c:pt idx="29">
                  <c:v>-0.118955</c:v>
                </c:pt>
                <c:pt idx="30">
                  <c:v>-0.726159</c:v>
                </c:pt>
                <c:pt idx="31">
                  <c:v>-0.057325</c:v>
                </c:pt>
                <c:pt idx="32">
                  <c:v>-0.218505</c:v>
                </c:pt>
                <c:pt idx="33">
                  <c:v>-0.2815</c:v>
                </c:pt>
                <c:pt idx="34">
                  <c:v>0.255459</c:v>
                </c:pt>
                <c:pt idx="35">
                  <c:v>0.298274</c:v>
                </c:pt>
                <c:pt idx="36">
                  <c:v>-0.088619</c:v>
                </c:pt>
                <c:pt idx="37">
                  <c:v>-0.700485</c:v>
                </c:pt>
                <c:pt idx="38">
                  <c:v>-0.427559</c:v>
                </c:pt>
                <c:pt idx="39">
                  <c:v>0.346905</c:v>
                </c:pt>
                <c:pt idx="40">
                  <c:v>-0.442489</c:v>
                </c:pt>
                <c:pt idx="41">
                  <c:v>0.180678</c:v>
                </c:pt>
                <c:pt idx="42">
                  <c:v>-0.474413</c:v>
                </c:pt>
                <c:pt idx="43">
                  <c:v>0.163243</c:v>
                </c:pt>
                <c:pt idx="44">
                  <c:v>0.686152</c:v>
                </c:pt>
                <c:pt idx="45">
                  <c:v>0.965062</c:v>
                </c:pt>
                <c:pt idx="46">
                  <c:v>-0.638283</c:v>
                </c:pt>
                <c:pt idx="47">
                  <c:v>0.224503</c:v>
                </c:pt>
                <c:pt idx="48">
                  <c:v>-0.034363</c:v>
                </c:pt>
                <c:pt idx="49">
                  <c:v>0.387322</c:v>
                </c:pt>
                <c:pt idx="50">
                  <c:v>0.091377</c:v>
                </c:pt>
                <c:pt idx="51">
                  <c:v>-0.075469</c:v>
                </c:pt>
                <c:pt idx="52">
                  <c:v>-0.238311</c:v>
                </c:pt>
                <c:pt idx="53">
                  <c:v>-0.765027</c:v>
                </c:pt>
                <c:pt idx="54">
                  <c:v>0.253164</c:v>
                </c:pt>
                <c:pt idx="55">
                  <c:v>0.392985</c:v>
                </c:pt>
                <c:pt idx="56">
                  <c:v>0.109048</c:v>
                </c:pt>
                <c:pt idx="57">
                  <c:v>0.65828</c:v>
                </c:pt>
                <c:pt idx="58">
                  <c:v>0.026944</c:v>
                </c:pt>
                <c:pt idx="59">
                  <c:v>-0.231936</c:v>
                </c:pt>
                <c:pt idx="60">
                  <c:v>0.024708</c:v>
                </c:pt>
                <c:pt idx="61">
                  <c:v>-0.64802</c:v>
                </c:pt>
                <c:pt idx="62">
                  <c:v>0.138444</c:v>
                </c:pt>
                <c:pt idx="63">
                  <c:v>-0.160598</c:v>
                </c:pt>
                <c:pt idx="64">
                  <c:v>-0.222368</c:v>
                </c:pt>
                <c:pt idx="65">
                  <c:v>-0.324266</c:v>
                </c:pt>
                <c:pt idx="66">
                  <c:v>0.30008</c:v>
                </c:pt>
                <c:pt idx="67">
                  <c:v>-0.105038</c:v>
                </c:pt>
                <c:pt idx="68">
                  <c:v>0.432912</c:v>
                </c:pt>
                <c:pt idx="69">
                  <c:v>-0.580573</c:v>
                </c:pt>
                <c:pt idx="70">
                  <c:v>-0.01119</c:v>
                </c:pt>
                <c:pt idx="71">
                  <c:v>0.776215</c:v>
                </c:pt>
                <c:pt idx="72">
                  <c:v>-0.272251</c:v>
                </c:pt>
                <c:pt idx="73">
                  <c:v>0.546092</c:v>
                </c:pt>
                <c:pt idx="74">
                  <c:v>0.656811</c:v>
                </c:pt>
                <c:pt idx="75">
                  <c:v>0.934481</c:v>
                </c:pt>
                <c:pt idx="76">
                  <c:v>1.896947</c:v>
                </c:pt>
                <c:pt idx="77">
                  <c:v>1.526943</c:v>
                </c:pt>
                <c:pt idx="78">
                  <c:v>-0.592109</c:v>
                </c:pt>
                <c:pt idx="79">
                  <c:v>-0.099173</c:v>
                </c:pt>
                <c:pt idx="80">
                  <c:v>0.322108</c:v>
                </c:pt>
                <c:pt idx="81">
                  <c:v>-0.672382</c:v>
                </c:pt>
                <c:pt idx="82">
                  <c:v>0.742694</c:v>
                </c:pt>
                <c:pt idx="83">
                  <c:v>-0.543027</c:v>
                </c:pt>
                <c:pt idx="84">
                  <c:v>0.494311</c:v>
                </c:pt>
                <c:pt idx="85">
                  <c:v>0.00832</c:v>
                </c:pt>
                <c:pt idx="86">
                  <c:v>-0.025784</c:v>
                </c:pt>
                <c:pt idx="87">
                  <c:v>0.257671</c:v>
                </c:pt>
                <c:pt idx="88">
                  <c:v>1.740129</c:v>
                </c:pt>
                <c:pt idx="89">
                  <c:v>2.025916</c:v>
                </c:pt>
                <c:pt idx="90">
                  <c:v>-0.20047</c:v>
                </c:pt>
                <c:pt idx="91">
                  <c:v>0.552652</c:v>
                </c:pt>
                <c:pt idx="92">
                  <c:v>0.002298</c:v>
                </c:pt>
                <c:pt idx="93">
                  <c:v>0.401003</c:v>
                </c:pt>
                <c:pt idx="94">
                  <c:v>-0.264409</c:v>
                </c:pt>
                <c:pt idx="95">
                  <c:v>0.776484</c:v>
                </c:pt>
                <c:pt idx="96">
                  <c:v>-0.067396</c:v>
                </c:pt>
                <c:pt idx="97">
                  <c:v>0.687144</c:v>
                </c:pt>
                <c:pt idx="98">
                  <c:v>0.18366</c:v>
                </c:pt>
                <c:pt idx="99">
                  <c:v>-0.630835</c:v>
                </c:pt>
                <c:pt idx="100">
                  <c:v>-1.178148</c:v>
                </c:pt>
                <c:pt idx="101">
                  <c:v>-0.889117</c:v>
                </c:pt>
                <c:pt idx="102">
                  <c:v>0.049495</c:v>
                </c:pt>
                <c:pt idx="103">
                  <c:v>-0.670482</c:v>
                </c:pt>
                <c:pt idx="104">
                  <c:v>0.667781</c:v>
                </c:pt>
                <c:pt idx="105">
                  <c:v>0.430607</c:v>
                </c:pt>
                <c:pt idx="106">
                  <c:v>0.937043</c:v>
                </c:pt>
                <c:pt idx="107">
                  <c:v>0.341468</c:v>
                </c:pt>
                <c:pt idx="108">
                  <c:v>0.239761</c:v>
                </c:pt>
                <c:pt idx="109">
                  <c:v>0.566948</c:v>
                </c:pt>
                <c:pt idx="110">
                  <c:v>0.020743</c:v>
                </c:pt>
                <c:pt idx="111">
                  <c:v>-0.989557</c:v>
                </c:pt>
                <c:pt idx="112">
                  <c:v>-0.205042</c:v>
                </c:pt>
                <c:pt idx="113">
                  <c:v>-0.126923</c:v>
                </c:pt>
                <c:pt idx="114">
                  <c:v>1.367965</c:v>
                </c:pt>
                <c:pt idx="115">
                  <c:v>-0.190493</c:v>
                </c:pt>
                <c:pt idx="116">
                  <c:v>-0.227372</c:v>
                </c:pt>
                <c:pt idx="117">
                  <c:v>-0.639097</c:v>
                </c:pt>
                <c:pt idx="118">
                  <c:v>0.076734</c:v>
                </c:pt>
                <c:pt idx="119">
                  <c:v>0.200936</c:v>
                </c:pt>
                <c:pt idx="120">
                  <c:v>1.18954</c:v>
                </c:pt>
                <c:pt idx="121">
                  <c:v>0.664505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+1,5: vende o spread</c:v>
                </c:pt>
              </c:strCache>
            </c:strRef>
          </c:tx>
          <c:spPr>
            <a:solidFill>
              <a:srgbClr val="B97400"/>
            </a:solidFill>
            <a:ln w="22225" cap="flat">
              <a:solidFill>
                <a:srgbClr val="B9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7400"/>
              </a:solidFill>
              <a:ln w="9525" cap="flat">
                <a:solidFill>
                  <a:srgbClr val="B9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Sheet1!$A$2:$A$123</c:f>
              <c:multiLvlStrCache>
                <c:ptCount val="122"/>
                <c:lvl>
                  <c:pt idx="0">
                    <c:v>02/01</c:v>
                  </c:pt>
                  <c:pt idx="1">
                    <c:v>05/01</c:v>
                  </c:pt>
                  <c:pt idx="2">
                    <c:v>06/01</c:v>
                  </c:pt>
                  <c:pt idx="3">
                    <c:v>07/01</c:v>
                  </c:pt>
                  <c:pt idx="4">
                    <c:v>08/01</c:v>
                  </c:pt>
                  <c:pt idx="5">
                    <c:v>09/01</c:v>
                  </c:pt>
                  <c:pt idx="6">
                    <c:v>12/01</c:v>
                  </c:pt>
                  <c:pt idx="7">
                    <c:v>13/01</c:v>
                  </c:pt>
                  <c:pt idx="8">
                    <c:v>14/01</c:v>
                  </c:pt>
                  <c:pt idx="9">
                    <c:v>15/01</c:v>
                  </c:pt>
                  <c:pt idx="10">
                    <c:v>16/01</c:v>
                  </c:pt>
                  <c:pt idx="11">
                    <c:v>19/01</c:v>
                  </c:pt>
                  <c:pt idx="12">
                    <c:v>20/01</c:v>
                  </c:pt>
                  <c:pt idx="13">
                    <c:v>21/01</c:v>
                  </c:pt>
                  <c:pt idx="14">
                    <c:v>22/01</c:v>
                  </c:pt>
                  <c:pt idx="15">
                    <c:v>23/01</c:v>
                  </c:pt>
                  <c:pt idx="16">
                    <c:v>26/01</c:v>
                  </c:pt>
                  <c:pt idx="17">
                    <c:v>27/01</c:v>
                  </c:pt>
                  <c:pt idx="18">
                    <c:v>28/01</c:v>
                  </c:pt>
                  <c:pt idx="19">
                    <c:v>29/01</c:v>
                  </c:pt>
                  <c:pt idx="20">
                    <c:v>30/01</c:v>
                  </c:pt>
                  <c:pt idx="21">
                    <c:v>02/02</c:v>
                  </c:pt>
                  <c:pt idx="22">
                    <c:v>03/02</c:v>
                  </c:pt>
                  <c:pt idx="23">
                    <c:v>04/02</c:v>
                  </c:pt>
                  <c:pt idx="24">
                    <c:v>05/02</c:v>
                  </c:pt>
                  <c:pt idx="25">
                    <c:v>06/02</c:v>
                  </c:pt>
                  <c:pt idx="26">
                    <c:v>09/02</c:v>
                  </c:pt>
                  <c:pt idx="27">
                    <c:v>10/02</c:v>
                  </c:pt>
                  <c:pt idx="28">
                    <c:v>11/02</c:v>
                  </c:pt>
                  <c:pt idx="29">
                    <c:v>12/02</c:v>
                  </c:pt>
                  <c:pt idx="30">
                    <c:v>13/02</c:v>
                  </c:pt>
                  <c:pt idx="31">
                    <c:v>18/02</c:v>
                  </c:pt>
                  <c:pt idx="32">
                    <c:v>19/02</c:v>
                  </c:pt>
                  <c:pt idx="33">
                    <c:v>20/02</c:v>
                  </c:pt>
                  <c:pt idx="34">
                    <c:v>23/02</c:v>
                  </c:pt>
                  <c:pt idx="35">
                    <c:v>24/02</c:v>
                  </c:pt>
                  <c:pt idx="36">
                    <c:v>25/02</c:v>
                  </c:pt>
                  <c:pt idx="37">
                    <c:v>26/02</c:v>
                  </c:pt>
                  <c:pt idx="38">
                    <c:v>27/02</c:v>
                  </c:pt>
                  <c:pt idx="39">
                    <c:v>02/03</c:v>
                  </c:pt>
                  <c:pt idx="40">
                    <c:v>03/03</c:v>
                  </c:pt>
                  <c:pt idx="41">
                    <c:v>04/03</c:v>
                  </c:pt>
                  <c:pt idx="42">
                    <c:v>05/03</c:v>
                  </c:pt>
                  <c:pt idx="43">
                    <c:v>06/03</c:v>
                  </c:pt>
                  <c:pt idx="44">
                    <c:v>09/03</c:v>
                  </c:pt>
                  <c:pt idx="45">
                    <c:v>10/03</c:v>
                  </c:pt>
                  <c:pt idx="46">
                    <c:v>11/03</c:v>
                  </c:pt>
                  <c:pt idx="47">
                    <c:v>12/03</c:v>
                  </c:pt>
                  <c:pt idx="48">
                    <c:v>13/03</c:v>
                  </c:pt>
                  <c:pt idx="49">
                    <c:v>16/03</c:v>
                  </c:pt>
                  <c:pt idx="50">
                    <c:v>17/03</c:v>
                  </c:pt>
                  <c:pt idx="51">
                    <c:v>18/03</c:v>
                  </c:pt>
                  <c:pt idx="52">
                    <c:v>19/03</c:v>
                  </c:pt>
                  <c:pt idx="53">
                    <c:v>20/03</c:v>
                  </c:pt>
                  <c:pt idx="54">
                    <c:v>23/03</c:v>
                  </c:pt>
                  <c:pt idx="55">
                    <c:v>24/03</c:v>
                  </c:pt>
                  <c:pt idx="56">
                    <c:v>25/03</c:v>
                  </c:pt>
                  <c:pt idx="57">
                    <c:v>26/03</c:v>
                  </c:pt>
                  <c:pt idx="58">
                    <c:v>27/03</c:v>
                  </c:pt>
                  <c:pt idx="59">
                    <c:v>30/03</c:v>
                  </c:pt>
                  <c:pt idx="60">
                    <c:v>31/03</c:v>
                  </c:pt>
                  <c:pt idx="61">
                    <c:v>01/04</c:v>
                  </c:pt>
                  <c:pt idx="62">
                    <c:v>02/04</c:v>
                  </c:pt>
                  <c:pt idx="63">
                    <c:v>06/04</c:v>
                  </c:pt>
                  <c:pt idx="64">
                    <c:v>07/04</c:v>
                  </c:pt>
                  <c:pt idx="65">
                    <c:v>08/04</c:v>
                  </c:pt>
                  <c:pt idx="66">
                    <c:v>09/04</c:v>
                  </c:pt>
                  <c:pt idx="67">
                    <c:v>10/04</c:v>
                  </c:pt>
                  <c:pt idx="68">
                    <c:v>13/04</c:v>
                  </c:pt>
                  <c:pt idx="69">
                    <c:v>14/04</c:v>
                  </c:pt>
                  <c:pt idx="70">
                    <c:v>15/04</c:v>
                  </c:pt>
                  <c:pt idx="71">
                    <c:v>16/04</c:v>
                  </c:pt>
                  <c:pt idx="72">
                    <c:v>17/04</c:v>
                  </c:pt>
                  <c:pt idx="73">
                    <c:v>20/04</c:v>
                  </c:pt>
                  <c:pt idx="74">
                    <c:v>22/04</c:v>
                  </c:pt>
                  <c:pt idx="75">
                    <c:v>23/04</c:v>
                  </c:pt>
                  <c:pt idx="76">
                    <c:v>24/04</c:v>
                  </c:pt>
                  <c:pt idx="77">
                    <c:v>27/04</c:v>
                  </c:pt>
                  <c:pt idx="78">
                    <c:v>28/04</c:v>
                  </c:pt>
                  <c:pt idx="79">
                    <c:v>29/04</c:v>
                  </c:pt>
                  <c:pt idx="80">
                    <c:v>30/04</c:v>
                  </c:pt>
                  <c:pt idx="81">
                    <c:v>04/05</c:v>
                  </c:pt>
                  <c:pt idx="82">
                    <c:v>05/05</c:v>
                  </c:pt>
                  <c:pt idx="83">
                    <c:v>06/05</c:v>
                  </c:pt>
                  <c:pt idx="84">
                    <c:v>07/05</c:v>
                  </c:pt>
                  <c:pt idx="85">
                    <c:v>08/05</c:v>
                  </c:pt>
                  <c:pt idx="86">
                    <c:v>11/05</c:v>
                  </c:pt>
                  <c:pt idx="87">
                    <c:v>12/05</c:v>
                  </c:pt>
                  <c:pt idx="88">
                    <c:v>13/05</c:v>
                  </c:pt>
                  <c:pt idx="89">
                    <c:v>14/05</c:v>
                  </c:pt>
                  <c:pt idx="90">
                    <c:v>15/05</c:v>
                  </c:pt>
                  <c:pt idx="91">
                    <c:v>18/05</c:v>
                  </c:pt>
                  <c:pt idx="92">
                    <c:v>19/05</c:v>
                  </c:pt>
                  <c:pt idx="93">
                    <c:v>20/05</c:v>
                  </c:pt>
                  <c:pt idx="94">
                    <c:v>21/05</c:v>
                  </c:pt>
                  <c:pt idx="95">
                    <c:v>22/05</c:v>
                  </c:pt>
                  <c:pt idx="96">
                    <c:v>25/05</c:v>
                  </c:pt>
                  <c:pt idx="97">
                    <c:v>26/05</c:v>
                  </c:pt>
                  <c:pt idx="98">
                    <c:v>27/05</c:v>
                  </c:pt>
                  <c:pt idx="99">
                    <c:v>28/05</c:v>
                  </c:pt>
                  <c:pt idx="100">
                    <c:v>29/05</c:v>
                  </c:pt>
                  <c:pt idx="101">
                    <c:v>01/06</c:v>
                  </c:pt>
                  <c:pt idx="102">
                    <c:v>02/06</c:v>
                  </c:pt>
                  <c:pt idx="103">
                    <c:v>03/06</c:v>
                  </c:pt>
                  <c:pt idx="104">
                    <c:v>05/06</c:v>
                  </c:pt>
                  <c:pt idx="105">
                    <c:v>08/06</c:v>
                  </c:pt>
                  <c:pt idx="106">
                    <c:v>09/06</c:v>
                  </c:pt>
                  <c:pt idx="107">
                    <c:v>10/06</c:v>
                  </c:pt>
                  <c:pt idx="108">
                    <c:v>11/06</c:v>
                  </c:pt>
                  <c:pt idx="109">
                    <c:v>12/06</c:v>
                  </c:pt>
                  <c:pt idx="110">
                    <c:v>15/06</c:v>
                  </c:pt>
                  <c:pt idx="111">
                    <c:v>16/06</c:v>
                  </c:pt>
                  <c:pt idx="112">
                    <c:v>17/06</c:v>
                  </c:pt>
                  <c:pt idx="113">
                    <c:v>18/06</c:v>
                  </c:pt>
                  <c:pt idx="114">
                    <c:v>19/06</c:v>
                  </c:pt>
                  <c:pt idx="115">
                    <c:v>22/06</c:v>
                  </c:pt>
                  <c:pt idx="116">
                    <c:v>23/06</c:v>
                  </c:pt>
                  <c:pt idx="117">
                    <c:v>24/06</c:v>
                  </c:pt>
                  <c:pt idx="118">
                    <c:v>25/06</c:v>
                  </c:pt>
                  <c:pt idx="119">
                    <c:v>26/06</c:v>
                  </c:pt>
                  <c:pt idx="120">
                    <c:v>29/06</c:v>
                  </c:pt>
                  <c:pt idx="121">
                    <c:v>30/06</c:v>
                  </c:pt>
                </c:lvl>
              </c:multiLvlStrCache>
            </c:multiLvlStrRef>
          </c:cat>
          <c:val>
            <c:numRef>
              <c:f>Sheet1!$C$2:$C$123</c:f>
              <c:numCache>
                <c:formatCode>General</c:formatCode>
                <c:ptCount val="122"/>
                <c:pt idx="0">
                  <c:v>1.5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  <c:pt idx="10">
                  <c:v>1.5</c:v>
                </c:pt>
                <c:pt idx="11">
                  <c:v>1.5</c:v>
                </c:pt>
                <c:pt idx="12">
                  <c:v>1.5</c:v>
                </c:pt>
                <c:pt idx="13">
                  <c:v>1.5</c:v>
                </c:pt>
                <c:pt idx="14">
                  <c:v>1.5</c:v>
                </c:pt>
                <c:pt idx="15">
                  <c:v>1.5</c:v>
                </c:pt>
                <c:pt idx="16">
                  <c:v>1.5</c:v>
                </c:pt>
                <c:pt idx="17">
                  <c:v>1.5</c:v>
                </c:pt>
                <c:pt idx="18">
                  <c:v>1.5</c:v>
                </c:pt>
                <c:pt idx="19">
                  <c:v>1.5</c:v>
                </c:pt>
                <c:pt idx="20">
                  <c:v>1.5</c:v>
                </c:pt>
                <c:pt idx="21">
                  <c:v>1.5</c:v>
                </c:pt>
                <c:pt idx="22">
                  <c:v>1.5</c:v>
                </c:pt>
                <c:pt idx="23">
                  <c:v>1.5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  <c:pt idx="58">
                  <c:v>1.5</c:v>
                </c:pt>
                <c:pt idx="59">
                  <c:v>1.5</c:v>
                </c:pt>
                <c:pt idx="60">
                  <c:v>1.5</c:v>
                </c:pt>
                <c:pt idx="61">
                  <c:v>1.5</c:v>
                </c:pt>
                <c:pt idx="62">
                  <c:v>1.5</c:v>
                </c:pt>
                <c:pt idx="63">
                  <c:v>1.5</c:v>
                </c:pt>
                <c:pt idx="64">
                  <c:v>1.5</c:v>
                </c:pt>
                <c:pt idx="65">
                  <c:v>1.5</c:v>
                </c:pt>
                <c:pt idx="66">
                  <c:v>1.5</c:v>
                </c:pt>
                <c:pt idx="67">
                  <c:v>1.5</c:v>
                </c:pt>
                <c:pt idx="68">
                  <c:v>1.5</c:v>
                </c:pt>
                <c:pt idx="69">
                  <c:v>1.5</c:v>
                </c:pt>
                <c:pt idx="70">
                  <c:v>1.5</c:v>
                </c:pt>
                <c:pt idx="71">
                  <c:v>1.5</c:v>
                </c:pt>
                <c:pt idx="72">
                  <c:v>1.5</c:v>
                </c:pt>
                <c:pt idx="73">
                  <c:v>1.5</c:v>
                </c:pt>
                <c:pt idx="74">
                  <c:v>1.5</c:v>
                </c:pt>
                <c:pt idx="75">
                  <c:v>1.5</c:v>
                </c:pt>
                <c:pt idx="76">
                  <c:v>1.5</c:v>
                </c:pt>
                <c:pt idx="77">
                  <c:v>1.5</c:v>
                </c:pt>
                <c:pt idx="78">
                  <c:v>1.5</c:v>
                </c:pt>
                <c:pt idx="79">
                  <c:v>1.5</c:v>
                </c:pt>
                <c:pt idx="80">
                  <c:v>1.5</c:v>
                </c:pt>
                <c:pt idx="81">
                  <c:v>1.5</c:v>
                </c:pt>
                <c:pt idx="82">
                  <c:v>1.5</c:v>
                </c:pt>
                <c:pt idx="83">
                  <c:v>1.5</c:v>
                </c:pt>
                <c:pt idx="84">
                  <c:v>1.5</c:v>
                </c:pt>
                <c:pt idx="85">
                  <c:v>1.5</c:v>
                </c:pt>
                <c:pt idx="86">
                  <c:v>1.5</c:v>
                </c:pt>
                <c:pt idx="87">
                  <c:v>1.5</c:v>
                </c:pt>
                <c:pt idx="88">
                  <c:v>1.5</c:v>
                </c:pt>
                <c:pt idx="89">
                  <c:v>1.5</c:v>
                </c:pt>
                <c:pt idx="90">
                  <c:v>1.5</c:v>
                </c:pt>
                <c:pt idx="91">
                  <c:v>1.5</c:v>
                </c:pt>
                <c:pt idx="92">
                  <c:v>1.5</c:v>
                </c:pt>
                <c:pt idx="93">
                  <c:v>1.5</c:v>
                </c:pt>
                <c:pt idx="94">
                  <c:v>1.5</c:v>
                </c:pt>
                <c:pt idx="95">
                  <c:v>1.5</c:v>
                </c:pt>
                <c:pt idx="96">
                  <c:v>1.5</c:v>
                </c:pt>
                <c:pt idx="97">
                  <c:v>1.5</c:v>
                </c:pt>
                <c:pt idx="98">
                  <c:v>1.5</c:v>
                </c:pt>
                <c:pt idx="99">
                  <c:v>1.5</c:v>
                </c:pt>
                <c:pt idx="100">
                  <c:v>1.5</c:v>
                </c:pt>
                <c:pt idx="101">
                  <c:v>1.5</c:v>
                </c:pt>
                <c:pt idx="102">
                  <c:v>1.5</c:v>
                </c:pt>
                <c:pt idx="103">
                  <c:v>1.5</c:v>
                </c:pt>
                <c:pt idx="104">
                  <c:v>1.5</c:v>
                </c:pt>
                <c:pt idx="105">
                  <c:v>1.5</c:v>
                </c:pt>
                <c:pt idx="106">
                  <c:v>1.5</c:v>
                </c:pt>
                <c:pt idx="107">
                  <c:v>1.5</c:v>
                </c:pt>
                <c:pt idx="108">
                  <c:v>1.5</c:v>
                </c:pt>
                <c:pt idx="109">
                  <c:v>1.5</c:v>
                </c:pt>
                <c:pt idx="110">
                  <c:v>1.5</c:v>
                </c:pt>
                <c:pt idx="111">
                  <c:v>1.5</c:v>
                </c:pt>
                <c:pt idx="112">
                  <c:v>1.5</c:v>
                </c:pt>
                <c:pt idx="113">
                  <c:v>1.5</c:v>
                </c:pt>
                <c:pt idx="114">
                  <c:v>1.5</c:v>
                </c:pt>
                <c:pt idx="115">
                  <c:v>1.5</c:v>
                </c:pt>
                <c:pt idx="116">
                  <c:v>1.5</c:v>
                </c:pt>
                <c:pt idx="117">
                  <c:v>1.5</c:v>
                </c:pt>
                <c:pt idx="118">
                  <c:v>1.5</c:v>
                </c:pt>
                <c:pt idx="119">
                  <c:v>1.5</c:v>
                </c:pt>
                <c:pt idx="120">
                  <c:v>1.5</c:v>
                </c:pt>
                <c:pt idx="121">
                  <c:v>1.5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−1,5: compra o spread</c:v>
                </c:pt>
              </c:strCache>
            </c:strRef>
          </c:tx>
          <c:spPr>
            <a:solidFill>
              <a:srgbClr val="B97400"/>
            </a:solidFill>
            <a:ln w="22225" cap="flat">
              <a:solidFill>
                <a:srgbClr val="B9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7400"/>
              </a:solidFill>
              <a:ln w="9525" cap="flat">
                <a:solidFill>
                  <a:srgbClr val="B9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Sheet1!$A$2:$A$123</c:f>
              <c:multiLvlStrCache>
                <c:ptCount val="122"/>
                <c:lvl>
                  <c:pt idx="0">
                    <c:v>02/01</c:v>
                  </c:pt>
                  <c:pt idx="1">
                    <c:v>05/01</c:v>
                  </c:pt>
                  <c:pt idx="2">
                    <c:v>06/01</c:v>
                  </c:pt>
                  <c:pt idx="3">
                    <c:v>07/01</c:v>
                  </c:pt>
                  <c:pt idx="4">
                    <c:v>08/01</c:v>
                  </c:pt>
                  <c:pt idx="5">
                    <c:v>09/01</c:v>
                  </c:pt>
                  <c:pt idx="6">
                    <c:v>12/01</c:v>
                  </c:pt>
                  <c:pt idx="7">
                    <c:v>13/01</c:v>
                  </c:pt>
                  <c:pt idx="8">
                    <c:v>14/01</c:v>
                  </c:pt>
                  <c:pt idx="9">
                    <c:v>15/01</c:v>
                  </c:pt>
                  <c:pt idx="10">
                    <c:v>16/01</c:v>
                  </c:pt>
                  <c:pt idx="11">
                    <c:v>19/01</c:v>
                  </c:pt>
                  <c:pt idx="12">
                    <c:v>20/01</c:v>
                  </c:pt>
                  <c:pt idx="13">
                    <c:v>21/01</c:v>
                  </c:pt>
                  <c:pt idx="14">
                    <c:v>22/01</c:v>
                  </c:pt>
                  <c:pt idx="15">
                    <c:v>23/01</c:v>
                  </c:pt>
                  <c:pt idx="16">
                    <c:v>26/01</c:v>
                  </c:pt>
                  <c:pt idx="17">
                    <c:v>27/01</c:v>
                  </c:pt>
                  <c:pt idx="18">
                    <c:v>28/01</c:v>
                  </c:pt>
                  <c:pt idx="19">
                    <c:v>29/01</c:v>
                  </c:pt>
                  <c:pt idx="20">
                    <c:v>30/01</c:v>
                  </c:pt>
                  <c:pt idx="21">
                    <c:v>02/02</c:v>
                  </c:pt>
                  <c:pt idx="22">
                    <c:v>03/02</c:v>
                  </c:pt>
                  <c:pt idx="23">
                    <c:v>04/02</c:v>
                  </c:pt>
                  <c:pt idx="24">
                    <c:v>05/02</c:v>
                  </c:pt>
                  <c:pt idx="25">
                    <c:v>06/02</c:v>
                  </c:pt>
                  <c:pt idx="26">
                    <c:v>09/02</c:v>
                  </c:pt>
                  <c:pt idx="27">
                    <c:v>10/02</c:v>
                  </c:pt>
                  <c:pt idx="28">
                    <c:v>11/02</c:v>
                  </c:pt>
                  <c:pt idx="29">
                    <c:v>12/02</c:v>
                  </c:pt>
                  <c:pt idx="30">
                    <c:v>13/02</c:v>
                  </c:pt>
                  <c:pt idx="31">
                    <c:v>18/02</c:v>
                  </c:pt>
                  <c:pt idx="32">
                    <c:v>19/02</c:v>
                  </c:pt>
                  <c:pt idx="33">
                    <c:v>20/02</c:v>
                  </c:pt>
                  <c:pt idx="34">
                    <c:v>23/02</c:v>
                  </c:pt>
                  <c:pt idx="35">
                    <c:v>24/02</c:v>
                  </c:pt>
                  <c:pt idx="36">
                    <c:v>25/02</c:v>
                  </c:pt>
                  <c:pt idx="37">
                    <c:v>26/02</c:v>
                  </c:pt>
                  <c:pt idx="38">
                    <c:v>27/02</c:v>
                  </c:pt>
                  <c:pt idx="39">
                    <c:v>02/03</c:v>
                  </c:pt>
                  <c:pt idx="40">
                    <c:v>03/03</c:v>
                  </c:pt>
                  <c:pt idx="41">
                    <c:v>04/03</c:v>
                  </c:pt>
                  <c:pt idx="42">
                    <c:v>05/03</c:v>
                  </c:pt>
                  <c:pt idx="43">
                    <c:v>06/03</c:v>
                  </c:pt>
                  <c:pt idx="44">
                    <c:v>09/03</c:v>
                  </c:pt>
                  <c:pt idx="45">
                    <c:v>10/03</c:v>
                  </c:pt>
                  <c:pt idx="46">
                    <c:v>11/03</c:v>
                  </c:pt>
                  <c:pt idx="47">
                    <c:v>12/03</c:v>
                  </c:pt>
                  <c:pt idx="48">
                    <c:v>13/03</c:v>
                  </c:pt>
                  <c:pt idx="49">
                    <c:v>16/03</c:v>
                  </c:pt>
                  <c:pt idx="50">
                    <c:v>17/03</c:v>
                  </c:pt>
                  <c:pt idx="51">
                    <c:v>18/03</c:v>
                  </c:pt>
                  <c:pt idx="52">
                    <c:v>19/03</c:v>
                  </c:pt>
                  <c:pt idx="53">
                    <c:v>20/03</c:v>
                  </c:pt>
                  <c:pt idx="54">
                    <c:v>23/03</c:v>
                  </c:pt>
                  <c:pt idx="55">
                    <c:v>24/03</c:v>
                  </c:pt>
                  <c:pt idx="56">
                    <c:v>25/03</c:v>
                  </c:pt>
                  <c:pt idx="57">
                    <c:v>26/03</c:v>
                  </c:pt>
                  <c:pt idx="58">
                    <c:v>27/03</c:v>
                  </c:pt>
                  <c:pt idx="59">
                    <c:v>30/03</c:v>
                  </c:pt>
                  <c:pt idx="60">
                    <c:v>31/03</c:v>
                  </c:pt>
                  <c:pt idx="61">
                    <c:v>01/04</c:v>
                  </c:pt>
                  <c:pt idx="62">
                    <c:v>02/04</c:v>
                  </c:pt>
                  <c:pt idx="63">
                    <c:v>06/04</c:v>
                  </c:pt>
                  <c:pt idx="64">
                    <c:v>07/04</c:v>
                  </c:pt>
                  <c:pt idx="65">
                    <c:v>08/04</c:v>
                  </c:pt>
                  <c:pt idx="66">
                    <c:v>09/04</c:v>
                  </c:pt>
                  <c:pt idx="67">
                    <c:v>10/04</c:v>
                  </c:pt>
                  <c:pt idx="68">
                    <c:v>13/04</c:v>
                  </c:pt>
                  <c:pt idx="69">
                    <c:v>14/04</c:v>
                  </c:pt>
                  <c:pt idx="70">
                    <c:v>15/04</c:v>
                  </c:pt>
                  <c:pt idx="71">
                    <c:v>16/04</c:v>
                  </c:pt>
                  <c:pt idx="72">
                    <c:v>17/04</c:v>
                  </c:pt>
                  <c:pt idx="73">
                    <c:v>20/04</c:v>
                  </c:pt>
                  <c:pt idx="74">
                    <c:v>22/04</c:v>
                  </c:pt>
                  <c:pt idx="75">
                    <c:v>23/04</c:v>
                  </c:pt>
                  <c:pt idx="76">
                    <c:v>24/04</c:v>
                  </c:pt>
                  <c:pt idx="77">
                    <c:v>27/04</c:v>
                  </c:pt>
                  <c:pt idx="78">
                    <c:v>28/04</c:v>
                  </c:pt>
                  <c:pt idx="79">
                    <c:v>29/04</c:v>
                  </c:pt>
                  <c:pt idx="80">
                    <c:v>30/04</c:v>
                  </c:pt>
                  <c:pt idx="81">
                    <c:v>04/05</c:v>
                  </c:pt>
                  <c:pt idx="82">
                    <c:v>05/05</c:v>
                  </c:pt>
                  <c:pt idx="83">
                    <c:v>06/05</c:v>
                  </c:pt>
                  <c:pt idx="84">
                    <c:v>07/05</c:v>
                  </c:pt>
                  <c:pt idx="85">
                    <c:v>08/05</c:v>
                  </c:pt>
                  <c:pt idx="86">
                    <c:v>11/05</c:v>
                  </c:pt>
                  <c:pt idx="87">
                    <c:v>12/05</c:v>
                  </c:pt>
                  <c:pt idx="88">
                    <c:v>13/05</c:v>
                  </c:pt>
                  <c:pt idx="89">
                    <c:v>14/05</c:v>
                  </c:pt>
                  <c:pt idx="90">
                    <c:v>15/05</c:v>
                  </c:pt>
                  <c:pt idx="91">
                    <c:v>18/05</c:v>
                  </c:pt>
                  <c:pt idx="92">
                    <c:v>19/05</c:v>
                  </c:pt>
                  <c:pt idx="93">
                    <c:v>20/05</c:v>
                  </c:pt>
                  <c:pt idx="94">
                    <c:v>21/05</c:v>
                  </c:pt>
                  <c:pt idx="95">
                    <c:v>22/05</c:v>
                  </c:pt>
                  <c:pt idx="96">
                    <c:v>25/05</c:v>
                  </c:pt>
                  <c:pt idx="97">
                    <c:v>26/05</c:v>
                  </c:pt>
                  <c:pt idx="98">
                    <c:v>27/05</c:v>
                  </c:pt>
                  <c:pt idx="99">
                    <c:v>28/05</c:v>
                  </c:pt>
                  <c:pt idx="100">
                    <c:v>29/05</c:v>
                  </c:pt>
                  <c:pt idx="101">
                    <c:v>01/06</c:v>
                  </c:pt>
                  <c:pt idx="102">
                    <c:v>02/06</c:v>
                  </c:pt>
                  <c:pt idx="103">
                    <c:v>03/06</c:v>
                  </c:pt>
                  <c:pt idx="104">
                    <c:v>05/06</c:v>
                  </c:pt>
                  <c:pt idx="105">
                    <c:v>08/06</c:v>
                  </c:pt>
                  <c:pt idx="106">
                    <c:v>09/06</c:v>
                  </c:pt>
                  <c:pt idx="107">
                    <c:v>10/06</c:v>
                  </c:pt>
                  <c:pt idx="108">
                    <c:v>11/06</c:v>
                  </c:pt>
                  <c:pt idx="109">
                    <c:v>12/06</c:v>
                  </c:pt>
                  <c:pt idx="110">
                    <c:v>15/06</c:v>
                  </c:pt>
                  <c:pt idx="111">
                    <c:v>16/06</c:v>
                  </c:pt>
                  <c:pt idx="112">
                    <c:v>17/06</c:v>
                  </c:pt>
                  <c:pt idx="113">
                    <c:v>18/06</c:v>
                  </c:pt>
                  <c:pt idx="114">
                    <c:v>19/06</c:v>
                  </c:pt>
                  <c:pt idx="115">
                    <c:v>22/06</c:v>
                  </c:pt>
                  <c:pt idx="116">
                    <c:v>23/06</c:v>
                  </c:pt>
                  <c:pt idx="117">
                    <c:v>24/06</c:v>
                  </c:pt>
                  <c:pt idx="118">
                    <c:v>25/06</c:v>
                  </c:pt>
                  <c:pt idx="119">
                    <c:v>26/06</c:v>
                  </c:pt>
                  <c:pt idx="120">
                    <c:v>29/06</c:v>
                  </c:pt>
                  <c:pt idx="121">
                    <c:v>30/06</c:v>
                  </c:pt>
                </c:lvl>
              </c:multiLvlStrCache>
            </c:multiLvlStrRef>
          </c:cat>
          <c:val>
            <c:numRef>
              <c:f>Sheet1!$D$2:$D$123</c:f>
              <c:numCache>
                <c:formatCode>General</c:formatCode>
                <c:ptCount val="122"/>
                <c:pt idx="0">
                  <c:v>-1.5</c:v>
                </c:pt>
                <c:pt idx="1">
                  <c:v>-1.5</c:v>
                </c:pt>
                <c:pt idx="2">
                  <c:v>-1.5</c:v>
                </c:pt>
                <c:pt idx="3">
                  <c:v>-1.5</c:v>
                </c:pt>
                <c:pt idx="4">
                  <c:v>-1.5</c:v>
                </c:pt>
                <c:pt idx="5">
                  <c:v>-1.5</c:v>
                </c:pt>
                <c:pt idx="6">
                  <c:v>-1.5</c:v>
                </c:pt>
                <c:pt idx="7">
                  <c:v>-1.5</c:v>
                </c:pt>
                <c:pt idx="8">
                  <c:v>-1.5</c:v>
                </c:pt>
                <c:pt idx="9">
                  <c:v>-1.5</c:v>
                </c:pt>
                <c:pt idx="10">
                  <c:v>-1.5</c:v>
                </c:pt>
                <c:pt idx="11">
                  <c:v>-1.5</c:v>
                </c:pt>
                <c:pt idx="12">
                  <c:v>-1.5</c:v>
                </c:pt>
                <c:pt idx="13">
                  <c:v>-1.5</c:v>
                </c:pt>
                <c:pt idx="14">
                  <c:v>-1.5</c:v>
                </c:pt>
                <c:pt idx="15">
                  <c:v>-1.5</c:v>
                </c:pt>
                <c:pt idx="16">
                  <c:v>-1.5</c:v>
                </c:pt>
                <c:pt idx="17">
                  <c:v>-1.5</c:v>
                </c:pt>
                <c:pt idx="18">
                  <c:v>-1.5</c:v>
                </c:pt>
                <c:pt idx="19">
                  <c:v>-1.5</c:v>
                </c:pt>
                <c:pt idx="20">
                  <c:v>-1.5</c:v>
                </c:pt>
                <c:pt idx="21">
                  <c:v>-1.5</c:v>
                </c:pt>
                <c:pt idx="22">
                  <c:v>-1.5</c:v>
                </c:pt>
                <c:pt idx="23">
                  <c:v>-1.5</c:v>
                </c:pt>
                <c:pt idx="24">
                  <c:v>-1.5</c:v>
                </c:pt>
                <c:pt idx="25">
                  <c:v>-1.5</c:v>
                </c:pt>
                <c:pt idx="26">
                  <c:v>-1.5</c:v>
                </c:pt>
                <c:pt idx="27">
                  <c:v>-1.5</c:v>
                </c:pt>
                <c:pt idx="28">
                  <c:v>-1.5</c:v>
                </c:pt>
                <c:pt idx="29">
                  <c:v>-1.5</c:v>
                </c:pt>
                <c:pt idx="30">
                  <c:v>-1.5</c:v>
                </c:pt>
                <c:pt idx="31">
                  <c:v>-1.5</c:v>
                </c:pt>
                <c:pt idx="32">
                  <c:v>-1.5</c:v>
                </c:pt>
                <c:pt idx="33">
                  <c:v>-1.5</c:v>
                </c:pt>
                <c:pt idx="34">
                  <c:v>-1.5</c:v>
                </c:pt>
                <c:pt idx="35">
                  <c:v>-1.5</c:v>
                </c:pt>
                <c:pt idx="36">
                  <c:v>-1.5</c:v>
                </c:pt>
                <c:pt idx="37">
                  <c:v>-1.5</c:v>
                </c:pt>
                <c:pt idx="38">
                  <c:v>-1.5</c:v>
                </c:pt>
                <c:pt idx="39">
                  <c:v>-1.5</c:v>
                </c:pt>
                <c:pt idx="40">
                  <c:v>-1.5</c:v>
                </c:pt>
                <c:pt idx="41">
                  <c:v>-1.5</c:v>
                </c:pt>
                <c:pt idx="42">
                  <c:v>-1.5</c:v>
                </c:pt>
                <c:pt idx="43">
                  <c:v>-1.5</c:v>
                </c:pt>
                <c:pt idx="44">
                  <c:v>-1.5</c:v>
                </c:pt>
                <c:pt idx="45">
                  <c:v>-1.5</c:v>
                </c:pt>
                <c:pt idx="46">
                  <c:v>-1.5</c:v>
                </c:pt>
                <c:pt idx="47">
                  <c:v>-1.5</c:v>
                </c:pt>
                <c:pt idx="48">
                  <c:v>-1.5</c:v>
                </c:pt>
                <c:pt idx="49">
                  <c:v>-1.5</c:v>
                </c:pt>
                <c:pt idx="50">
                  <c:v>-1.5</c:v>
                </c:pt>
                <c:pt idx="51">
                  <c:v>-1.5</c:v>
                </c:pt>
                <c:pt idx="52">
                  <c:v>-1.5</c:v>
                </c:pt>
                <c:pt idx="53">
                  <c:v>-1.5</c:v>
                </c:pt>
                <c:pt idx="54">
                  <c:v>-1.5</c:v>
                </c:pt>
                <c:pt idx="55">
                  <c:v>-1.5</c:v>
                </c:pt>
                <c:pt idx="56">
                  <c:v>-1.5</c:v>
                </c:pt>
                <c:pt idx="57">
                  <c:v>-1.5</c:v>
                </c:pt>
                <c:pt idx="58">
                  <c:v>-1.5</c:v>
                </c:pt>
                <c:pt idx="59">
                  <c:v>-1.5</c:v>
                </c:pt>
                <c:pt idx="60">
                  <c:v>-1.5</c:v>
                </c:pt>
                <c:pt idx="61">
                  <c:v>-1.5</c:v>
                </c:pt>
                <c:pt idx="62">
                  <c:v>-1.5</c:v>
                </c:pt>
                <c:pt idx="63">
                  <c:v>-1.5</c:v>
                </c:pt>
                <c:pt idx="64">
                  <c:v>-1.5</c:v>
                </c:pt>
                <c:pt idx="65">
                  <c:v>-1.5</c:v>
                </c:pt>
                <c:pt idx="66">
                  <c:v>-1.5</c:v>
                </c:pt>
                <c:pt idx="67">
                  <c:v>-1.5</c:v>
                </c:pt>
                <c:pt idx="68">
                  <c:v>-1.5</c:v>
                </c:pt>
                <c:pt idx="69">
                  <c:v>-1.5</c:v>
                </c:pt>
                <c:pt idx="70">
                  <c:v>-1.5</c:v>
                </c:pt>
                <c:pt idx="71">
                  <c:v>-1.5</c:v>
                </c:pt>
                <c:pt idx="72">
                  <c:v>-1.5</c:v>
                </c:pt>
                <c:pt idx="73">
                  <c:v>-1.5</c:v>
                </c:pt>
                <c:pt idx="74">
                  <c:v>-1.5</c:v>
                </c:pt>
                <c:pt idx="75">
                  <c:v>-1.5</c:v>
                </c:pt>
                <c:pt idx="76">
                  <c:v>-1.5</c:v>
                </c:pt>
                <c:pt idx="77">
                  <c:v>-1.5</c:v>
                </c:pt>
                <c:pt idx="78">
                  <c:v>-1.5</c:v>
                </c:pt>
                <c:pt idx="79">
                  <c:v>-1.5</c:v>
                </c:pt>
                <c:pt idx="80">
                  <c:v>-1.5</c:v>
                </c:pt>
                <c:pt idx="81">
                  <c:v>-1.5</c:v>
                </c:pt>
                <c:pt idx="82">
                  <c:v>-1.5</c:v>
                </c:pt>
                <c:pt idx="83">
                  <c:v>-1.5</c:v>
                </c:pt>
                <c:pt idx="84">
                  <c:v>-1.5</c:v>
                </c:pt>
                <c:pt idx="85">
                  <c:v>-1.5</c:v>
                </c:pt>
                <c:pt idx="86">
                  <c:v>-1.5</c:v>
                </c:pt>
                <c:pt idx="87">
                  <c:v>-1.5</c:v>
                </c:pt>
                <c:pt idx="88">
                  <c:v>-1.5</c:v>
                </c:pt>
                <c:pt idx="89">
                  <c:v>-1.5</c:v>
                </c:pt>
                <c:pt idx="90">
                  <c:v>-1.5</c:v>
                </c:pt>
                <c:pt idx="91">
                  <c:v>-1.5</c:v>
                </c:pt>
                <c:pt idx="92">
                  <c:v>-1.5</c:v>
                </c:pt>
                <c:pt idx="93">
                  <c:v>-1.5</c:v>
                </c:pt>
                <c:pt idx="94">
                  <c:v>-1.5</c:v>
                </c:pt>
                <c:pt idx="95">
                  <c:v>-1.5</c:v>
                </c:pt>
                <c:pt idx="96">
                  <c:v>-1.5</c:v>
                </c:pt>
                <c:pt idx="97">
                  <c:v>-1.5</c:v>
                </c:pt>
                <c:pt idx="98">
                  <c:v>-1.5</c:v>
                </c:pt>
                <c:pt idx="99">
                  <c:v>-1.5</c:v>
                </c:pt>
                <c:pt idx="100">
                  <c:v>-1.5</c:v>
                </c:pt>
                <c:pt idx="101">
                  <c:v>-1.5</c:v>
                </c:pt>
                <c:pt idx="102">
                  <c:v>-1.5</c:v>
                </c:pt>
                <c:pt idx="103">
                  <c:v>-1.5</c:v>
                </c:pt>
                <c:pt idx="104">
                  <c:v>-1.5</c:v>
                </c:pt>
                <c:pt idx="105">
                  <c:v>-1.5</c:v>
                </c:pt>
                <c:pt idx="106">
                  <c:v>-1.5</c:v>
                </c:pt>
                <c:pt idx="107">
                  <c:v>-1.5</c:v>
                </c:pt>
                <c:pt idx="108">
                  <c:v>-1.5</c:v>
                </c:pt>
                <c:pt idx="109">
                  <c:v>-1.5</c:v>
                </c:pt>
                <c:pt idx="110">
                  <c:v>-1.5</c:v>
                </c:pt>
                <c:pt idx="111">
                  <c:v>-1.5</c:v>
                </c:pt>
                <c:pt idx="112">
                  <c:v>-1.5</c:v>
                </c:pt>
                <c:pt idx="113">
                  <c:v>-1.5</c:v>
                </c:pt>
                <c:pt idx="114">
                  <c:v>-1.5</c:v>
                </c:pt>
                <c:pt idx="115">
                  <c:v>-1.5</c:v>
                </c:pt>
                <c:pt idx="116">
                  <c:v>-1.5</c:v>
                </c:pt>
                <c:pt idx="117">
                  <c:v>-1.5</c:v>
                </c:pt>
                <c:pt idx="118">
                  <c:v>-1.5</c:v>
                </c:pt>
                <c:pt idx="119">
                  <c:v>-1.5</c:v>
                </c:pt>
                <c:pt idx="120">
                  <c:v>-1.5</c:v>
                </c:pt>
                <c:pt idx="121">
                  <c:v>-1.5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2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;&quot;−&quot;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Teste: valor de R$ 1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Estratégia</c:v>
                </c:pt>
              </c:strCache>
            </c:strRef>
          </c:tx>
          <c:spPr>
            <a:solidFill>
              <a:srgbClr val="7B2FBE"/>
            </a:solidFill>
            <a:ln w="25400" cap="flat">
              <a:solidFill>
                <a:srgbClr val="7B2FB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B2FBE"/>
              </a:solidFill>
              <a:ln w="9525" cap="flat">
                <a:solidFill>
                  <a:srgbClr val="7B2F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Sheet1!$A$2:$A$341</c:f>
              <c:multiLvlStrCache>
                <c:ptCount val="340"/>
                <c:lvl>
                  <c:pt idx="0">
                    <c:v>jan/20</c:v>
                  </c:pt>
                  <c:pt idx="1">
                    <c:v>jan/20</c:v>
                  </c:pt>
                  <c:pt idx="2">
                    <c:v>jan/20</c:v>
                  </c:pt>
                  <c:pt idx="3">
                    <c:v>jan/20</c:v>
                  </c:pt>
                  <c:pt idx="4">
                    <c:v>jan/20</c:v>
                  </c:pt>
                  <c:pt idx="5">
                    <c:v>fev/20</c:v>
                  </c:pt>
                  <c:pt idx="6">
                    <c:v>fev/20</c:v>
                  </c:pt>
                  <c:pt idx="7">
                    <c:v>fev/20</c:v>
                  </c:pt>
                  <c:pt idx="8">
                    <c:v>mar/20</c:v>
                  </c:pt>
                  <c:pt idx="9">
                    <c:v>mar/20</c:v>
                  </c:pt>
                  <c:pt idx="10">
                    <c:v>mar/20</c:v>
                  </c:pt>
                  <c:pt idx="11">
                    <c:v>mar/20</c:v>
                  </c:pt>
                  <c:pt idx="12">
                    <c:v>mar/20</c:v>
                  </c:pt>
                  <c:pt idx="13">
                    <c:v>abr/20</c:v>
                  </c:pt>
                  <c:pt idx="14">
                    <c:v>abr/20</c:v>
                  </c:pt>
                  <c:pt idx="15">
                    <c:v>abr/20</c:v>
                  </c:pt>
                  <c:pt idx="16">
                    <c:v>abr/20</c:v>
                  </c:pt>
                  <c:pt idx="17">
                    <c:v>mai/20</c:v>
                  </c:pt>
                  <c:pt idx="18">
                    <c:v>mai/20</c:v>
                  </c:pt>
                  <c:pt idx="19">
                    <c:v>mai/20</c:v>
                  </c:pt>
                  <c:pt idx="20">
                    <c:v>mai/20</c:v>
                  </c:pt>
                  <c:pt idx="21">
                    <c:v>jun/20</c:v>
                  </c:pt>
                  <c:pt idx="22">
                    <c:v>jun/20</c:v>
                  </c:pt>
                  <c:pt idx="23">
                    <c:v>jun/20</c:v>
                  </c:pt>
                  <c:pt idx="24">
                    <c:v>jun/20</c:v>
                  </c:pt>
                  <c:pt idx="25">
                    <c:v>jul/20</c:v>
                  </c:pt>
                  <c:pt idx="26">
                    <c:v>jul/20</c:v>
                  </c:pt>
                  <c:pt idx="27">
                    <c:v>jul/20</c:v>
                  </c:pt>
                  <c:pt idx="28">
                    <c:v>jul/20</c:v>
                  </c:pt>
                  <c:pt idx="29">
                    <c:v>jul/20</c:v>
                  </c:pt>
                  <c:pt idx="30">
                    <c:v>ago/20</c:v>
                  </c:pt>
                  <c:pt idx="31">
                    <c:v>ago/20</c:v>
                  </c:pt>
                  <c:pt idx="32">
                    <c:v>ago/20</c:v>
                  </c:pt>
                  <c:pt idx="33">
                    <c:v>ago/20</c:v>
                  </c:pt>
                  <c:pt idx="34">
                    <c:v>set/20</c:v>
                  </c:pt>
                  <c:pt idx="35">
                    <c:v>set/20</c:v>
                  </c:pt>
                  <c:pt idx="36">
                    <c:v>set/20</c:v>
                  </c:pt>
                  <c:pt idx="37">
                    <c:v>set/20</c:v>
                  </c:pt>
                  <c:pt idx="38">
                    <c:v>out/20</c:v>
                  </c:pt>
                  <c:pt idx="39">
                    <c:v>out/20</c:v>
                  </c:pt>
                  <c:pt idx="40">
                    <c:v>out/20</c:v>
                  </c:pt>
                  <c:pt idx="41">
                    <c:v>out/20</c:v>
                  </c:pt>
                  <c:pt idx="42">
                    <c:v>nov/20</c:v>
                  </c:pt>
                  <c:pt idx="43">
                    <c:v>nov/20</c:v>
                  </c:pt>
                  <c:pt idx="44">
                    <c:v>nov/20</c:v>
                  </c:pt>
                  <c:pt idx="45">
                    <c:v>nov/20</c:v>
                  </c:pt>
                  <c:pt idx="46">
                    <c:v>dez/20</c:v>
                  </c:pt>
                  <c:pt idx="47">
                    <c:v>dez/20</c:v>
                  </c:pt>
                  <c:pt idx="48">
                    <c:v>dez/20</c:v>
                  </c:pt>
                  <c:pt idx="49">
                    <c:v>dez/20</c:v>
                  </c:pt>
                  <c:pt idx="50">
                    <c:v>jan/21</c:v>
                  </c:pt>
                  <c:pt idx="51">
                    <c:v>jan/21</c:v>
                  </c:pt>
                  <c:pt idx="52">
                    <c:v>jan/21</c:v>
                  </c:pt>
                  <c:pt idx="53">
                    <c:v>jan/21</c:v>
                  </c:pt>
                  <c:pt idx="54">
                    <c:v>fev/21</c:v>
                  </c:pt>
                  <c:pt idx="55">
                    <c:v>fev/21</c:v>
                  </c:pt>
                  <c:pt idx="56">
                    <c:v>fev/21</c:v>
                  </c:pt>
                  <c:pt idx="57">
                    <c:v>mar/21</c:v>
                  </c:pt>
                  <c:pt idx="58">
                    <c:v>mar/21</c:v>
                  </c:pt>
                  <c:pt idx="59">
                    <c:v>mar/21</c:v>
                  </c:pt>
                  <c:pt idx="60">
                    <c:v>mar/21</c:v>
                  </c:pt>
                  <c:pt idx="61">
                    <c:v>mar/21</c:v>
                  </c:pt>
                  <c:pt idx="62">
                    <c:v>abr/21</c:v>
                  </c:pt>
                  <c:pt idx="63">
                    <c:v>abr/21</c:v>
                  </c:pt>
                  <c:pt idx="64">
                    <c:v>abr/21</c:v>
                  </c:pt>
                  <c:pt idx="65">
                    <c:v>abr/21</c:v>
                  </c:pt>
                  <c:pt idx="66">
                    <c:v>mai/21</c:v>
                  </c:pt>
                  <c:pt idx="67">
                    <c:v>mai/21</c:v>
                  </c:pt>
                  <c:pt idx="68">
                    <c:v>mai/21</c:v>
                  </c:pt>
                  <c:pt idx="69">
                    <c:v>mai/21</c:v>
                  </c:pt>
                  <c:pt idx="70">
                    <c:v>jun/21</c:v>
                  </c:pt>
                  <c:pt idx="71">
                    <c:v>jun/21</c:v>
                  </c:pt>
                  <c:pt idx="72">
                    <c:v>jun/21</c:v>
                  </c:pt>
                  <c:pt idx="73">
                    <c:v>jun/21</c:v>
                  </c:pt>
                  <c:pt idx="74">
                    <c:v>jul/21</c:v>
                  </c:pt>
                  <c:pt idx="75">
                    <c:v>jul/21</c:v>
                  </c:pt>
                  <c:pt idx="76">
                    <c:v>jul/21</c:v>
                  </c:pt>
                  <c:pt idx="77">
                    <c:v>jul/21</c:v>
                  </c:pt>
                  <c:pt idx="78">
                    <c:v>jul/21</c:v>
                  </c:pt>
                  <c:pt idx="79">
                    <c:v>ago/21</c:v>
                  </c:pt>
                  <c:pt idx="80">
                    <c:v>ago/21</c:v>
                  </c:pt>
                  <c:pt idx="81">
                    <c:v>ago/21</c:v>
                  </c:pt>
                  <c:pt idx="82">
                    <c:v>ago/21</c:v>
                  </c:pt>
                  <c:pt idx="83">
                    <c:v>set/21</c:v>
                  </c:pt>
                  <c:pt idx="84">
                    <c:v>set/21</c:v>
                  </c:pt>
                  <c:pt idx="85">
                    <c:v>set/21</c:v>
                  </c:pt>
                  <c:pt idx="86">
                    <c:v>set/21</c:v>
                  </c:pt>
                  <c:pt idx="87">
                    <c:v>out/21</c:v>
                  </c:pt>
                  <c:pt idx="88">
                    <c:v>out/21</c:v>
                  </c:pt>
                  <c:pt idx="89">
                    <c:v>out/21</c:v>
                  </c:pt>
                  <c:pt idx="90">
                    <c:v>out/21</c:v>
                  </c:pt>
                  <c:pt idx="91">
                    <c:v>nov/21</c:v>
                  </c:pt>
                  <c:pt idx="92">
                    <c:v>nov/21</c:v>
                  </c:pt>
                  <c:pt idx="93">
                    <c:v>nov/21</c:v>
                  </c:pt>
                  <c:pt idx="94">
                    <c:v>nov/21</c:v>
                  </c:pt>
                  <c:pt idx="95">
                    <c:v>dez/21</c:v>
                  </c:pt>
                  <c:pt idx="96">
                    <c:v>dez/21</c:v>
                  </c:pt>
                  <c:pt idx="97">
                    <c:v>dez/21</c:v>
                  </c:pt>
                  <c:pt idx="98">
                    <c:v>dez/21</c:v>
                  </c:pt>
                  <c:pt idx="99">
                    <c:v>jan/22</c:v>
                  </c:pt>
                  <c:pt idx="100">
                    <c:v>jan/22</c:v>
                  </c:pt>
                  <c:pt idx="101">
                    <c:v>jan/22</c:v>
                  </c:pt>
                  <c:pt idx="102">
                    <c:v>jan/22</c:v>
                  </c:pt>
                  <c:pt idx="103">
                    <c:v>jan/22</c:v>
                  </c:pt>
                  <c:pt idx="104">
                    <c:v>fev/22</c:v>
                  </c:pt>
                  <c:pt idx="105">
                    <c:v>fev/22</c:v>
                  </c:pt>
                  <c:pt idx="106">
                    <c:v>fev/22</c:v>
                  </c:pt>
                  <c:pt idx="107">
                    <c:v>mar/22</c:v>
                  </c:pt>
                  <c:pt idx="108">
                    <c:v>mar/22</c:v>
                  </c:pt>
                  <c:pt idx="109">
                    <c:v>mar/22</c:v>
                  </c:pt>
                  <c:pt idx="110">
                    <c:v>mar/22</c:v>
                  </c:pt>
                  <c:pt idx="111">
                    <c:v>mar/22</c:v>
                  </c:pt>
                  <c:pt idx="112">
                    <c:v>abr/22</c:v>
                  </c:pt>
                  <c:pt idx="113">
                    <c:v>abr/22</c:v>
                  </c:pt>
                  <c:pt idx="114">
                    <c:v>abr/22</c:v>
                  </c:pt>
                  <c:pt idx="115">
                    <c:v>abr/22</c:v>
                  </c:pt>
                  <c:pt idx="116">
                    <c:v>mai/22</c:v>
                  </c:pt>
                  <c:pt idx="117">
                    <c:v>mai/22</c:v>
                  </c:pt>
                  <c:pt idx="118">
                    <c:v>mai/22</c:v>
                  </c:pt>
                  <c:pt idx="119">
                    <c:v>mai/22</c:v>
                  </c:pt>
                  <c:pt idx="120">
                    <c:v>jun/22</c:v>
                  </c:pt>
                  <c:pt idx="121">
                    <c:v>jun/22</c:v>
                  </c:pt>
                  <c:pt idx="122">
                    <c:v>jun/22</c:v>
                  </c:pt>
                  <c:pt idx="123">
                    <c:v>jun/22</c:v>
                  </c:pt>
                  <c:pt idx="124">
                    <c:v>jul/22</c:v>
                  </c:pt>
                  <c:pt idx="125">
                    <c:v>jul/22</c:v>
                  </c:pt>
                  <c:pt idx="126">
                    <c:v>jul/22</c:v>
                  </c:pt>
                  <c:pt idx="127">
                    <c:v>jul/22</c:v>
                  </c:pt>
                  <c:pt idx="128">
                    <c:v>ago/22</c:v>
                  </c:pt>
                  <c:pt idx="129">
                    <c:v>ago/22</c:v>
                  </c:pt>
                  <c:pt idx="130">
                    <c:v>ago/22</c:v>
                  </c:pt>
                  <c:pt idx="131">
                    <c:v>ago/22</c:v>
                  </c:pt>
                  <c:pt idx="132">
                    <c:v>ago/22</c:v>
                  </c:pt>
                  <c:pt idx="133">
                    <c:v>set/22</c:v>
                  </c:pt>
                  <c:pt idx="134">
                    <c:v>set/22</c:v>
                  </c:pt>
                  <c:pt idx="135">
                    <c:v>set/22</c:v>
                  </c:pt>
                  <c:pt idx="136">
                    <c:v>set/22</c:v>
                  </c:pt>
                  <c:pt idx="137">
                    <c:v>out/22</c:v>
                  </c:pt>
                  <c:pt idx="138">
                    <c:v>out/22</c:v>
                  </c:pt>
                  <c:pt idx="139">
                    <c:v>out/22</c:v>
                  </c:pt>
                  <c:pt idx="140">
                    <c:v>out/22</c:v>
                  </c:pt>
                  <c:pt idx="141">
                    <c:v>nov/22</c:v>
                  </c:pt>
                  <c:pt idx="142">
                    <c:v>nov/22</c:v>
                  </c:pt>
                  <c:pt idx="143">
                    <c:v>nov/22</c:v>
                  </c:pt>
                  <c:pt idx="144">
                    <c:v>nov/22</c:v>
                  </c:pt>
                  <c:pt idx="145">
                    <c:v>dez/22</c:v>
                  </c:pt>
                  <c:pt idx="146">
                    <c:v>dez/22</c:v>
                  </c:pt>
                  <c:pt idx="147">
                    <c:v>dez/22</c:v>
                  </c:pt>
                  <c:pt idx="148">
                    <c:v>dez/22</c:v>
                  </c:pt>
                  <c:pt idx="149">
                    <c:v>jan/23</c:v>
                  </c:pt>
                  <c:pt idx="150">
                    <c:v>jan/23</c:v>
                  </c:pt>
                  <c:pt idx="151">
                    <c:v>jan/23</c:v>
                  </c:pt>
                  <c:pt idx="152">
                    <c:v>jan/23</c:v>
                  </c:pt>
                  <c:pt idx="153">
                    <c:v>jan/23</c:v>
                  </c:pt>
                  <c:pt idx="154">
                    <c:v>fev/23</c:v>
                  </c:pt>
                  <c:pt idx="155">
                    <c:v>fev/23</c:v>
                  </c:pt>
                  <c:pt idx="156">
                    <c:v>fev/23</c:v>
                  </c:pt>
                  <c:pt idx="157">
                    <c:v>mar/23</c:v>
                  </c:pt>
                  <c:pt idx="158">
                    <c:v>mar/23</c:v>
                  </c:pt>
                  <c:pt idx="159">
                    <c:v>mar/23</c:v>
                  </c:pt>
                  <c:pt idx="160">
                    <c:v>mar/23</c:v>
                  </c:pt>
                  <c:pt idx="161">
                    <c:v>mar/23</c:v>
                  </c:pt>
                  <c:pt idx="162">
                    <c:v>abr/23</c:v>
                  </c:pt>
                  <c:pt idx="163">
                    <c:v>abr/23</c:v>
                  </c:pt>
                  <c:pt idx="164">
                    <c:v>abr/23</c:v>
                  </c:pt>
                  <c:pt idx="165">
                    <c:v>abr/23</c:v>
                  </c:pt>
                  <c:pt idx="166">
                    <c:v>mai/23</c:v>
                  </c:pt>
                  <c:pt idx="167">
                    <c:v>mai/23</c:v>
                  </c:pt>
                  <c:pt idx="168">
                    <c:v>mai/23</c:v>
                  </c:pt>
                  <c:pt idx="169">
                    <c:v>mai/23</c:v>
                  </c:pt>
                  <c:pt idx="170">
                    <c:v>jun/23</c:v>
                  </c:pt>
                  <c:pt idx="171">
                    <c:v>jun/23</c:v>
                  </c:pt>
                  <c:pt idx="172">
                    <c:v>jun/23</c:v>
                  </c:pt>
                  <c:pt idx="173">
                    <c:v>jun/23</c:v>
                  </c:pt>
                  <c:pt idx="174">
                    <c:v>jul/23</c:v>
                  </c:pt>
                  <c:pt idx="175">
                    <c:v>jul/23</c:v>
                  </c:pt>
                  <c:pt idx="176">
                    <c:v>jul/23</c:v>
                  </c:pt>
                  <c:pt idx="177">
                    <c:v>jul/23</c:v>
                  </c:pt>
                  <c:pt idx="178">
                    <c:v>ago/23</c:v>
                  </c:pt>
                  <c:pt idx="179">
                    <c:v>ago/23</c:v>
                  </c:pt>
                  <c:pt idx="180">
                    <c:v>ago/23</c:v>
                  </c:pt>
                  <c:pt idx="181">
                    <c:v>ago/23</c:v>
                  </c:pt>
                  <c:pt idx="182">
                    <c:v>ago/23</c:v>
                  </c:pt>
                  <c:pt idx="183">
                    <c:v>set/23</c:v>
                  </c:pt>
                  <c:pt idx="184">
                    <c:v>set/23</c:v>
                  </c:pt>
                  <c:pt idx="185">
                    <c:v>set/23</c:v>
                  </c:pt>
                  <c:pt idx="186">
                    <c:v>set/23</c:v>
                  </c:pt>
                  <c:pt idx="187">
                    <c:v>out/23</c:v>
                  </c:pt>
                  <c:pt idx="188">
                    <c:v>out/23</c:v>
                  </c:pt>
                  <c:pt idx="189">
                    <c:v>out/23</c:v>
                  </c:pt>
                  <c:pt idx="190">
                    <c:v>out/23</c:v>
                  </c:pt>
                  <c:pt idx="191">
                    <c:v>nov/23</c:v>
                  </c:pt>
                  <c:pt idx="192">
                    <c:v>nov/23</c:v>
                  </c:pt>
                  <c:pt idx="193">
                    <c:v>nov/23</c:v>
                  </c:pt>
                  <c:pt idx="194">
                    <c:v>nov/23</c:v>
                  </c:pt>
                  <c:pt idx="195">
                    <c:v>dez/23</c:v>
                  </c:pt>
                  <c:pt idx="196">
                    <c:v>dez/23</c:v>
                  </c:pt>
                  <c:pt idx="197">
                    <c:v>dez/23</c:v>
                  </c:pt>
                  <c:pt idx="198">
                    <c:v>dez/23</c:v>
                  </c:pt>
                  <c:pt idx="199">
                    <c:v>jan/24</c:v>
                  </c:pt>
                  <c:pt idx="200">
                    <c:v>jan/24</c:v>
                  </c:pt>
                  <c:pt idx="201">
                    <c:v>jan/24</c:v>
                  </c:pt>
                  <c:pt idx="202">
                    <c:v>jan/24</c:v>
                  </c:pt>
                  <c:pt idx="203">
                    <c:v>fev/24</c:v>
                  </c:pt>
                  <c:pt idx="204">
                    <c:v>fev/24</c:v>
                  </c:pt>
                  <c:pt idx="205">
                    <c:v>fev/24</c:v>
                  </c:pt>
                  <c:pt idx="206">
                    <c:v>fev/24</c:v>
                  </c:pt>
                  <c:pt idx="207">
                    <c:v>mar/24</c:v>
                  </c:pt>
                  <c:pt idx="208">
                    <c:v>mar/24</c:v>
                  </c:pt>
                  <c:pt idx="209">
                    <c:v>mar/24</c:v>
                  </c:pt>
                  <c:pt idx="210">
                    <c:v>mar/24</c:v>
                  </c:pt>
                  <c:pt idx="211">
                    <c:v>abr/24</c:v>
                  </c:pt>
                  <c:pt idx="212">
                    <c:v>abr/24</c:v>
                  </c:pt>
                  <c:pt idx="213">
                    <c:v>abr/24</c:v>
                  </c:pt>
                  <c:pt idx="214">
                    <c:v>abr/24</c:v>
                  </c:pt>
                  <c:pt idx="215">
                    <c:v>abr/24</c:v>
                  </c:pt>
                  <c:pt idx="216">
                    <c:v>mai/24</c:v>
                  </c:pt>
                  <c:pt idx="217">
                    <c:v>mai/24</c:v>
                  </c:pt>
                  <c:pt idx="218">
                    <c:v>mai/24</c:v>
                  </c:pt>
                  <c:pt idx="219">
                    <c:v>mai/24</c:v>
                  </c:pt>
                  <c:pt idx="220">
                    <c:v>jun/24</c:v>
                  </c:pt>
                  <c:pt idx="221">
                    <c:v>jun/24</c:v>
                  </c:pt>
                  <c:pt idx="222">
                    <c:v>jun/24</c:v>
                  </c:pt>
                  <c:pt idx="223">
                    <c:v>jun/24</c:v>
                  </c:pt>
                  <c:pt idx="224">
                    <c:v>jul/24</c:v>
                  </c:pt>
                  <c:pt idx="225">
                    <c:v>jul/24</c:v>
                  </c:pt>
                  <c:pt idx="226">
                    <c:v>jul/24</c:v>
                  </c:pt>
                  <c:pt idx="227">
                    <c:v>jul/24</c:v>
                  </c:pt>
                  <c:pt idx="228">
                    <c:v>ago/24</c:v>
                  </c:pt>
                  <c:pt idx="229">
                    <c:v>ago/24</c:v>
                  </c:pt>
                  <c:pt idx="230">
                    <c:v>ago/24</c:v>
                  </c:pt>
                  <c:pt idx="231">
                    <c:v>ago/24</c:v>
                  </c:pt>
                  <c:pt idx="232">
                    <c:v>ago/24</c:v>
                  </c:pt>
                  <c:pt idx="233">
                    <c:v>set/24</c:v>
                  </c:pt>
                  <c:pt idx="234">
                    <c:v>set/24</c:v>
                  </c:pt>
                  <c:pt idx="235">
                    <c:v>set/24</c:v>
                  </c:pt>
                  <c:pt idx="236">
                    <c:v>set/24</c:v>
                  </c:pt>
                  <c:pt idx="237">
                    <c:v>out/24</c:v>
                  </c:pt>
                  <c:pt idx="238">
                    <c:v>out/24</c:v>
                  </c:pt>
                  <c:pt idx="239">
                    <c:v>out/24</c:v>
                  </c:pt>
                  <c:pt idx="240">
                    <c:v>out/24</c:v>
                  </c:pt>
                  <c:pt idx="241">
                    <c:v>out/24</c:v>
                  </c:pt>
                  <c:pt idx="242">
                    <c:v>nov/24</c:v>
                  </c:pt>
                  <c:pt idx="243">
                    <c:v>nov/24</c:v>
                  </c:pt>
                  <c:pt idx="244">
                    <c:v>nov/24</c:v>
                  </c:pt>
                  <c:pt idx="245">
                    <c:v>dez/24</c:v>
                  </c:pt>
                  <c:pt idx="246">
                    <c:v>dez/24</c:v>
                  </c:pt>
                  <c:pt idx="247">
                    <c:v>dez/24</c:v>
                  </c:pt>
                  <c:pt idx="248">
                    <c:v>dez/24</c:v>
                  </c:pt>
                  <c:pt idx="249">
                    <c:v>jan/25</c:v>
                  </c:pt>
                  <c:pt idx="250">
                    <c:v>jan/25</c:v>
                  </c:pt>
                  <c:pt idx="251">
                    <c:v>jan/25</c:v>
                  </c:pt>
                  <c:pt idx="252">
                    <c:v>jan/25</c:v>
                  </c:pt>
                  <c:pt idx="253">
                    <c:v>jan/25</c:v>
                  </c:pt>
                  <c:pt idx="254">
                    <c:v>fev/25</c:v>
                  </c:pt>
                  <c:pt idx="255">
                    <c:v>fev/25</c:v>
                  </c:pt>
                  <c:pt idx="256">
                    <c:v>fev/25</c:v>
                  </c:pt>
                  <c:pt idx="257">
                    <c:v>fev/25</c:v>
                  </c:pt>
                  <c:pt idx="258">
                    <c:v>mar/25</c:v>
                  </c:pt>
                  <c:pt idx="259">
                    <c:v>mar/25</c:v>
                  </c:pt>
                  <c:pt idx="260">
                    <c:v>mar/25</c:v>
                  </c:pt>
                  <c:pt idx="261">
                    <c:v>abr/25</c:v>
                  </c:pt>
                  <c:pt idx="262">
                    <c:v>abr/25</c:v>
                  </c:pt>
                  <c:pt idx="263">
                    <c:v>abr/25</c:v>
                  </c:pt>
                  <c:pt idx="264">
                    <c:v>abr/25</c:v>
                  </c:pt>
                  <c:pt idx="265">
                    <c:v>mai/25</c:v>
                  </c:pt>
                  <c:pt idx="266">
                    <c:v>mai/25</c:v>
                  </c:pt>
                  <c:pt idx="267">
                    <c:v>mai/25</c:v>
                  </c:pt>
                  <c:pt idx="268">
                    <c:v>mai/25</c:v>
                  </c:pt>
                  <c:pt idx="269">
                    <c:v>mai/25</c:v>
                  </c:pt>
                  <c:pt idx="270">
                    <c:v>jun/25</c:v>
                  </c:pt>
                  <c:pt idx="271">
                    <c:v>jun/25</c:v>
                  </c:pt>
                  <c:pt idx="272">
                    <c:v>jun/25</c:v>
                  </c:pt>
                  <c:pt idx="273">
                    <c:v>jun/25</c:v>
                  </c:pt>
                  <c:pt idx="274">
                    <c:v>jul/25</c:v>
                  </c:pt>
                  <c:pt idx="275">
                    <c:v>jul/25</c:v>
                  </c:pt>
                  <c:pt idx="276">
                    <c:v>jul/25</c:v>
                  </c:pt>
                  <c:pt idx="277">
                    <c:v>jul/25</c:v>
                  </c:pt>
                  <c:pt idx="278">
                    <c:v>ago/25</c:v>
                  </c:pt>
                  <c:pt idx="279">
                    <c:v>ago/25</c:v>
                  </c:pt>
                  <c:pt idx="280">
                    <c:v>ago/25</c:v>
                  </c:pt>
                  <c:pt idx="281">
                    <c:v>ago/25</c:v>
                  </c:pt>
                  <c:pt idx="282">
                    <c:v>set/25</c:v>
                  </c:pt>
                  <c:pt idx="283">
                    <c:v>set/25</c:v>
                  </c:pt>
                  <c:pt idx="284">
                    <c:v>set/25</c:v>
                  </c:pt>
                  <c:pt idx="285">
                    <c:v>set/25</c:v>
                  </c:pt>
                  <c:pt idx="286">
                    <c:v>set/25</c:v>
                  </c:pt>
                  <c:pt idx="287">
                    <c:v>out/25</c:v>
                  </c:pt>
                  <c:pt idx="288">
                    <c:v>out/25</c:v>
                  </c:pt>
                  <c:pt idx="289">
                    <c:v>out/25</c:v>
                  </c:pt>
                  <c:pt idx="290">
                    <c:v>out/25</c:v>
                  </c:pt>
                  <c:pt idx="291">
                    <c:v>nov/25</c:v>
                  </c:pt>
                  <c:pt idx="292">
                    <c:v>nov/25</c:v>
                  </c:pt>
                  <c:pt idx="293">
                    <c:v>nov/25</c:v>
                  </c:pt>
                  <c:pt idx="294">
                    <c:v>nov/25</c:v>
                  </c:pt>
                  <c:pt idx="295">
                    <c:v>dez/25</c:v>
                  </c:pt>
                  <c:pt idx="296">
                    <c:v>dez/25</c:v>
                  </c:pt>
                  <c:pt idx="297">
                    <c:v>dez/25</c:v>
                  </c:pt>
                  <c:pt idx="298">
                    <c:v>dez/25</c:v>
                  </c:pt>
                  <c:pt idx="299">
                    <c:v>jan/26</c:v>
                  </c:pt>
                  <c:pt idx="300">
                    <c:v>jan/26</c:v>
                  </c:pt>
                  <c:pt idx="301">
                    <c:v>jan/26</c:v>
                  </c:pt>
                  <c:pt idx="302">
                    <c:v>jan/26</c:v>
                  </c:pt>
                  <c:pt idx="303">
                    <c:v>fev/26</c:v>
                  </c:pt>
                  <c:pt idx="304">
                    <c:v>fev/26</c:v>
                  </c:pt>
                  <c:pt idx="305">
                    <c:v>fev/26</c:v>
                  </c:pt>
                  <c:pt idx="306">
                    <c:v>fev/26</c:v>
                  </c:pt>
                  <c:pt idx="307">
                    <c:v>mar/26</c:v>
                  </c:pt>
                  <c:pt idx="308">
                    <c:v>mar/26</c:v>
                  </c:pt>
                  <c:pt idx="309">
                    <c:v>mar/26</c:v>
                  </c:pt>
                  <c:pt idx="310">
                    <c:v>mar/26</c:v>
                  </c:pt>
                  <c:pt idx="311">
                    <c:v>abr/26</c:v>
                  </c:pt>
                  <c:pt idx="312">
                    <c:v>abr/26</c:v>
                  </c:pt>
                  <c:pt idx="313">
                    <c:v>abr/26</c:v>
                  </c:pt>
                  <c:pt idx="314">
                    <c:v>abr/26</c:v>
                  </c:pt>
                  <c:pt idx="315">
                    <c:v>mai/26</c:v>
                  </c:pt>
                  <c:pt idx="316">
                    <c:v>mai/26</c:v>
                  </c:pt>
                  <c:pt idx="317">
                    <c:v>mai/26</c:v>
                  </c:pt>
                  <c:pt idx="318">
                    <c:v>mai/26</c:v>
                  </c:pt>
                  <c:pt idx="319">
                    <c:v>jun/26</c:v>
                  </c:pt>
                  <c:pt idx="320">
                    <c:v>jun/26</c:v>
                  </c:pt>
                  <c:pt idx="321">
                    <c:v>jun/26</c:v>
                  </c:pt>
                  <c:pt idx="322">
                    <c:v>jun/26</c:v>
                  </c:pt>
                  <c:pt idx="323">
                    <c:v>jun/26</c:v>
                  </c:pt>
                  <c:pt idx="324">
                    <c:v>jul/26</c:v>
                  </c:pt>
                  <c:pt idx="325">
                    <c:v>jul/26</c:v>
                  </c:pt>
                  <c:pt idx="326">
                    <c:v>jul/26</c:v>
                  </c:pt>
                  <c:pt idx="327">
                    <c:v>jul/26</c:v>
                  </c:pt>
                  <c:pt idx="328">
                    <c:v>ago/26</c:v>
                  </c:pt>
                  <c:pt idx="329">
                    <c:v>ago/26</c:v>
                  </c:pt>
                  <c:pt idx="330">
                    <c:v>ago/26</c:v>
                  </c:pt>
                  <c:pt idx="331">
                    <c:v>ago/26</c:v>
                  </c:pt>
                  <c:pt idx="332">
                    <c:v>set/26</c:v>
                  </c:pt>
                  <c:pt idx="333">
                    <c:v>set/26</c:v>
                  </c:pt>
                  <c:pt idx="334">
                    <c:v>set/26</c:v>
                  </c:pt>
                  <c:pt idx="335">
                    <c:v>set/26</c:v>
                  </c:pt>
                  <c:pt idx="336">
                    <c:v>set/26</c:v>
                  </c:pt>
                  <c:pt idx="337">
                    <c:v>out/26</c:v>
                  </c:pt>
                  <c:pt idx="338">
                    <c:v>out/26</c:v>
                  </c:pt>
                  <c:pt idx="339">
                    <c:v>out/26</c:v>
                  </c:pt>
                </c:lvl>
              </c:multiLvlStrCache>
            </c:multiLvlStrRef>
          </c:cat>
          <c:val>
            <c:numRef>
              <c:f>Sheet1!$B$2:$B$341</c:f>
              <c:numCache>
                <c:formatCode>General</c:formatCode>
                <c:ptCount val="340"/>
                <c:pt idx="0">
                  <c:v>1.000342</c:v>
                </c:pt>
                <c:pt idx="1">
                  <c:v>1.001197</c:v>
                </c:pt>
                <c:pt idx="2">
                  <c:v>1.002053</c:v>
                </c:pt>
                <c:pt idx="3">
                  <c:v>1.002909</c:v>
                </c:pt>
                <c:pt idx="4">
                  <c:v>1.003766</c:v>
                </c:pt>
                <c:pt idx="5">
                  <c:v>1.004624</c:v>
                </c:pt>
                <c:pt idx="6">
                  <c:v>1.005435</c:v>
                </c:pt>
                <c:pt idx="7">
                  <c:v>1.006045</c:v>
                </c:pt>
                <c:pt idx="8">
                  <c:v>1.022217</c:v>
                </c:pt>
                <c:pt idx="9">
                  <c:v>1.014863</c:v>
                </c:pt>
                <c:pt idx="10">
                  <c:v>0.994552</c:v>
                </c:pt>
                <c:pt idx="11">
                  <c:v>0.972856</c:v>
                </c:pt>
                <c:pt idx="12">
                  <c:v>0.986197</c:v>
                </c:pt>
                <c:pt idx="13">
                  <c:v>1.000817</c:v>
                </c:pt>
                <c:pt idx="14">
                  <c:v>1.001529</c:v>
                </c:pt>
                <c:pt idx="15">
                  <c:v>1.002242</c:v>
                </c:pt>
                <c:pt idx="16">
                  <c:v>1.002955</c:v>
                </c:pt>
                <c:pt idx="17">
                  <c:v>1.010648</c:v>
                </c:pt>
                <c:pt idx="18">
                  <c:v>1.011221</c:v>
                </c:pt>
                <c:pt idx="19">
                  <c:v>1.014328</c:v>
                </c:pt>
                <c:pt idx="20">
                  <c:v>1.014619</c:v>
                </c:pt>
                <c:pt idx="21">
                  <c:v>1.015195</c:v>
                </c:pt>
                <c:pt idx="22">
                  <c:v>1.015771</c:v>
                </c:pt>
                <c:pt idx="23">
                  <c:v>1.016318</c:v>
                </c:pt>
                <c:pt idx="24">
                  <c:v>1.01233</c:v>
                </c:pt>
                <c:pt idx="25">
                  <c:v>1.015576</c:v>
                </c:pt>
                <c:pt idx="26">
                  <c:v>1.016005</c:v>
                </c:pt>
                <c:pt idx="27">
                  <c:v>1.016433</c:v>
                </c:pt>
                <c:pt idx="28">
                  <c:v>1.016863</c:v>
                </c:pt>
                <c:pt idx="29">
                  <c:v>1.017292</c:v>
                </c:pt>
                <c:pt idx="30">
                  <c:v>1.017711</c:v>
                </c:pt>
                <c:pt idx="31">
                  <c:v>1.018092</c:v>
                </c:pt>
                <c:pt idx="32">
                  <c:v>1.018472</c:v>
                </c:pt>
                <c:pt idx="33">
                  <c:v>1.018852</c:v>
                </c:pt>
                <c:pt idx="34">
                  <c:v>1.019233</c:v>
                </c:pt>
                <c:pt idx="35">
                  <c:v>1.019613</c:v>
                </c:pt>
                <c:pt idx="36">
                  <c:v>1.019994</c:v>
                </c:pt>
                <c:pt idx="37">
                  <c:v>1.020375</c:v>
                </c:pt>
                <c:pt idx="38">
                  <c:v>1.020756</c:v>
                </c:pt>
                <c:pt idx="39">
                  <c:v>1.021138</c:v>
                </c:pt>
                <c:pt idx="40">
                  <c:v>1.021519</c:v>
                </c:pt>
                <c:pt idx="41">
                  <c:v>1.021901</c:v>
                </c:pt>
                <c:pt idx="42">
                  <c:v>1.022282</c:v>
                </c:pt>
                <c:pt idx="43">
                  <c:v>1.022664</c:v>
                </c:pt>
                <c:pt idx="44">
                  <c:v>1.023046</c:v>
                </c:pt>
                <c:pt idx="45">
                  <c:v>1.023505</c:v>
                </c:pt>
                <c:pt idx="46">
                  <c:v>1.023887</c:v>
                </c:pt>
                <c:pt idx="47">
                  <c:v>1.024269</c:v>
                </c:pt>
                <c:pt idx="48">
                  <c:v>1.024652</c:v>
                </c:pt>
                <c:pt idx="49">
                  <c:v>1.025111</c:v>
                </c:pt>
                <c:pt idx="50">
                  <c:v>1.025571</c:v>
                </c:pt>
                <c:pt idx="51">
                  <c:v>1.025954</c:v>
                </c:pt>
                <c:pt idx="52">
                  <c:v>1.026337</c:v>
                </c:pt>
                <c:pt idx="53">
                  <c:v>1.026797</c:v>
                </c:pt>
                <c:pt idx="54">
                  <c:v>1.02718</c:v>
                </c:pt>
                <c:pt idx="55">
                  <c:v>1.027564</c:v>
                </c:pt>
                <c:pt idx="56">
                  <c:v>1.027948</c:v>
                </c:pt>
                <c:pt idx="57">
                  <c:v>1.028332</c:v>
                </c:pt>
                <c:pt idx="58">
                  <c:v>1.028716</c:v>
                </c:pt>
                <c:pt idx="59">
                  <c:v>1.0291</c:v>
                </c:pt>
                <c:pt idx="60">
                  <c:v>1.029544</c:v>
                </c:pt>
                <c:pt idx="61">
                  <c:v>1.030079</c:v>
                </c:pt>
                <c:pt idx="62">
                  <c:v>1.030614</c:v>
                </c:pt>
                <c:pt idx="63">
                  <c:v>1.031148</c:v>
                </c:pt>
                <c:pt idx="64">
                  <c:v>1.031684</c:v>
                </c:pt>
                <c:pt idx="65">
                  <c:v>1.032219</c:v>
                </c:pt>
                <c:pt idx="66">
                  <c:v>1.030453</c:v>
                </c:pt>
                <c:pt idx="67">
                  <c:v>1.03356</c:v>
                </c:pt>
                <c:pt idx="68">
                  <c:v>1.034246</c:v>
                </c:pt>
                <c:pt idx="69">
                  <c:v>1.034933</c:v>
                </c:pt>
                <c:pt idx="70">
                  <c:v>1.03562</c:v>
                </c:pt>
                <c:pt idx="71">
                  <c:v>1.036307</c:v>
                </c:pt>
                <c:pt idx="72">
                  <c:v>1.036995</c:v>
                </c:pt>
                <c:pt idx="73">
                  <c:v>1.037831</c:v>
                </c:pt>
                <c:pt idx="74">
                  <c:v>1.038669</c:v>
                </c:pt>
                <c:pt idx="75">
                  <c:v>1.039507</c:v>
                </c:pt>
                <c:pt idx="76">
                  <c:v>1.040514</c:v>
                </c:pt>
                <c:pt idx="77">
                  <c:v>1.041354</c:v>
                </c:pt>
                <c:pt idx="78">
                  <c:v>1.042195</c:v>
                </c:pt>
                <c:pt idx="79">
                  <c:v>1.043075</c:v>
                </c:pt>
                <c:pt idx="80">
                  <c:v>1.044115</c:v>
                </c:pt>
                <c:pt idx="81">
                  <c:v>1.041131</c:v>
                </c:pt>
                <c:pt idx="82">
                  <c:v>1.035362</c:v>
                </c:pt>
                <c:pt idx="83">
                  <c:v>1.038991</c:v>
                </c:pt>
                <c:pt idx="84">
                  <c:v>1.040027</c:v>
                </c:pt>
                <c:pt idx="85">
                  <c:v>1.041064</c:v>
                </c:pt>
                <c:pt idx="86">
                  <c:v>1.04218</c:v>
                </c:pt>
                <c:pt idx="87">
                  <c:v>1.043415</c:v>
                </c:pt>
                <c:pt idx="88">
                  <c:v>1.044651</c:v>
                </c:pt>
                <c:pt idx="89">
                  <c:v>1.045889</c:v>
                </c:pt>
                <c:pt idx="90">
                  <c:v>1.047128</c:v>
                </c:pt>
                <c:pt idx="91">
                  <c:v>1.048544</c:v>
                </c:pt>
                <c:pt idx="92">
                  <c:v>1.050079</c:v>
                </c:pt>
                <c:pt idx="93">
                  <c:v>1.051405</c:v>
                </c:pt>
                <c:pt idx="94">
                  <c:v>1.055774</c:v>
                </c:pt>
                <c:pt idx="95">
                  <c:v>1.05732</c:v>
                </c:pt>
                <c:pt idx="96">
                  <c:v>1.058867</c:v>
                </c:pt>
                <c:pt idx="97">
                  <c:v>1.060708</c:v>
                </c:pt>
                <c:pt idx="98">
                  <c:v>1.062553</c:v>
                </c:pt>
                <c:pt idx="99">
                  <c:v>1.06514</c:v>
                </c:pt>
                <c:pt idx="100">
                  <c:v>1.066992</c:v>
                </c:pt>
                <c:pt idx="101">
                  <c:v>1.068847</c:v>
                </c:pt>
                <c:pt idx="102">
                  <c:v>1.070705</c:v>
                </c:pt>
                <c:pt idx="103">
                  <c:v>1.072567</c:v>
                </c:pt>
                <c:pt idx="104">
                  <c:v>1.074548</c:v>
                </c:pt>
                <c:pt idx="105">
                  <c:v>1.076708</c:v>
                </c:pt>
                <c:pt idx="106">
                  <c:v>1.078872</c:v>
                </c:pt>
                <c:pt idx="107">
                  <c:v>1.081041</c:v>
                </c:pt>
                <c:pt idx="108">
                  <c:v>1.083214</c:v>
                </c:pt>
                <c:pt idx="109">
                  <c:v>1.085391</c:v>
                </c:pt>
                <c:pt idx="110">
                  <c:v>1.087728</c:v>
                </c:pt>
                <c:pt idx="111">
                  <c:v>1.090109</c:v>
                </c:pt>
                <c:pt idx="112">
                  <c:v>1.092495</c:v>
                </c:pt>
                <c:pt idx="113">
                  <c:v>1.094886</c:v>
                </c:pt>
                <c:pt idx="114">
                  <c:v>1.097283</c:v>
                </c:pt>
                <c:pt idx="115">
                  <c:v>1.099684</c:v>
                </c:pt>
                <c:pt idx="116">
                  <c:v>1.10213</c:v>
                </c:pt>
                <c:pt idx="117">
                  <c:v>1.104738</c:v>
                </c:pt>
                <c:pt idx="118">
                  <c:v>1.107352</c:v>
                </c:pt>
                <c:pt idx="119">
                  <c:v>1.109973</c:v>
                </c:pt>
                <c:pt idx="120">
                  <c:v>1.112599</c:v>
                </c:pt>
                <c:pt idx="121">
                  <c:v>1.115232</c:v>
                </c:pt>
                <c:pt idx="122">
                  <c:v>1.11789</c:v>
                </c:pt>
                <c:pt idx="123">
                  <c:v>1.120634</c:v>
                </c:pt>
                <c:pt idx="124">
                  <c:v>1.123384</c:v>
                </c:pt>
                <c:pt idx="125">
                  <c:v>1.126141</c:v>
                </c:pt>
                <c:pt idx="126">
                  <c:v>1.128905</c:v>
                </c:pt>
                <c:pt idx="127">
                  <c:v>1.131676</c:v>
                </c:pt>
                <c:pt idx="128">
                  <c:v>1.134453</c:v>
                </c:pt>
                <c:pt idx="129">
                  <c:v>1.137277</c:v>
                </c:pt>
                <c:pt idx="130">
                  <c:v>1.140168</c:v>
                </c:pt>
                <c:pt idx="131">
                  <c:v>1.143066</c:v>
                </c:pt>
                <c:pt idx="132">
                  <c:v>1.145972</c:v>
                </c:pt>
                <c:pt idx="133">
                  <c:v>1.148885</c:v>
                </c:pt>
                <c:pt idx="134">
                  <c:v>1.151805</c:v>
                </c:pt>
                <c:pt idx="135">
                  <c:v>1.154733</c:v>
                </c:pt>
                <c:pt idx="136">
                  <c:v>1.157669</c:v>
                </c:pt>
                <c:pt idx="137">
                  <c:v>1.160611</c:v>
                </c:pt>
                <c:pt idx="138">
                  <c:v>1.163096</c:v>
                </c:pt>
                <c:pt idx="139">
                  <c:v>1.168561</c:v>
                </c:pt>
                <c:pt idx="140">
                  <c:v>1.175602</c:v>
                </c:pt>
                <c:pt idx="141">
                  <c:v>1.178591</c:v>
                </c:pt>
                <c:pt idx="142">
                  <c:v>1.181587</c:v>
                </c:pt>
                <c:pt idx="143">
                  <c:v>1.18459</c:v>
                </c:pt>
                <c:pt idx="144">
                  <c:v>1.187852</c:v>
                </c:pt>
                <c:pt idx="145">
                  <c:v>1.190485</c:v>
                </c:pt>
                <c:pt idx="146">
                  <c:v>1.193511</c:v>
                </c:pt>
                <c:pt idx="147">
                  <c:v>1.196545</c:v>
                </c:pt>
                <c:pt idx="148">
                  <c:v>1.199586</c:v>
                </c:pt>
                <c:pt idx="149">
                  <c:v>1.203246</c:v>
                </c:pt>
                <c:pt idx="150">
                  <c:v>1.206305</c:v>
                </c:pt>
                <c:pt idx="151">
                  <c:v>1.209371</c:v>
                </c:pt>
                <c:pt idx="152">
                  <c:v>1.212446</c:v>
                </c:pt>
                <c:pt idx="153">
                  <c:v>1.215528</c:v>
                </c:pt>
                <c:pt idx="154">
                  <c:v>1.218617</c:v>
                </c:pt>
                <c:pt idx="155">
                  <c:v>1.221715</c:v>
                </c:pt>
                <c:pt idx="156">
                  <c:v>1.224821</c:v>
                </c:pt>
                <c:pt idx="157">
                  <c:v>1.227934</c:v>
                </c:pt>
                <c:pt idx="158">
                  <c:v>1.231056</c:v>
                </c:pt>
                <c:pt idx="159">
                  <c:v>1.234185</c:v>
                </c:pt>
                <c:pt idx="160">
                  <c:v>1.237322</c:v>
                </c:pt>
                <c:pt idx="161">
                  <c:v>1.240467</c:v>
                </c:pt>
                <c:pt idx="162">
                  <c:v>1.243621</c:v>
                </c:pt>
                <c:pt idx="163">
                  <c:v>1.246782</c:v>
                </c:pt>
                <c:pt idx="164">
                  <c:v>1.249951</c:v>
                </c:pt>
                <c:pt idx="165">
                  <c:v>1.253129</c:v>
                </c:pt>
                <c:pt idx="166">
                  <c:v>1.249229</c:v>
                </c:pt>
                <c:pt idx="167">
                  <c:v>1.247463</c:v>
                </c:pt>
                <c:pt idx="168">
                  <c:v>1.247356</c:v>
                </c:pt>
                <c:pt idx="169">
                  <c:v>1.250526</c:v>
                </c:pt>
                <c:pt idx="170">
                  <c:v>1.253705</c:v>
                </c:pt>
                <c:pt idx="171">
                  <c:v>1.256892</c:v>
                </c:pt>
                <c:pt idx="172">
                  <c:v>1.260087</c:v>
                </c:pt>
                <c:pt idx="173">
                  <c:v>1.26329</c:v>
                </c:pt>
                <c:pt idx="174">
                  <c:v>1.266501</c:v>
                </c:pt>
                <c:pt idx="175">
                  <c:v>1.269721</c:v>
                </c:pt>
                <c:pt idx="176">
                  <c:v>1.272948</c:v>
                </c:pt>
                <c:pt idx="177">
                  <c:v>1.276184</c:v>
                </c:pt>
                <c:pt idx="178">
                  <c:v>1.279428</c:v>
                </c:pt>
                <c:pt idx="179">
                  <c:v>1.282613</c:v>
                </c:pt>
                <c:pt idx="180">
                  <c:v>1.285761</c:v>
                </c:pt>
                <c:pt idx="181">
                  <c:v>1.288917</c:v>
                </c:pt>
                <c:pt idx="182">
                  <c:v>1.29208</c:v>
                </c:pt>
                <c:pt idx="183">
                  <c:v>1.295251</c:v>
                </c:pt>
                <c:pt idx="184">
                  <c:v>1.29843</c:v>
                </c:pt>
                <c:pt idx="185">
                  <c:v>1.301617</c:v>
                </c:pt>
                <c:pt idx="186">
                  <c:v>1.304719</c:v>
                </c:pt>
                <c:pt idx="187">
                  <c:v>1.307807</c:v>
                </c:pt>
                <c:pt idx="188">
                  <c:v>1.310901</c:v>
                </c:pt>
                <c:pt idx="189">
                  <c:v>1.314003</c:v>
                </c:pt>
                <c:pt idx="190">
                  <c:v>1.317112</c:v>
                </c:pt>
                <c:pt idx="191">
                  <c:v>1.320229</c:v>
                </c:pt>
                <c:pt idx="192">
                  <c:v>1.32399</c:v>
                </c:pt>
                <c:pt idx="193">
                  <c:v>1.327005</c:v>
                </c:pt>
                <c:pt idx="194">
                  <c:v>1.327213</c:v>
                </c:pt>
                <c:pt idx="195">
                  <c:v>1.33617</c:v>
                </c:pt>
                <c:pt idx="196">
                  <c:v>1.339213</c:v>
                </c:pt>
                <c:pt idx="197">
                  <c:v>1.342216</c:v>
                </c:pt>
                <c:pt idx="198">
                  <c:v>1.345154</c:v>
                </c:pt>
                <c:pt idx="199">
                  <c:v>1.348688</c:v>
                </c:pt>
                <c:pt idx="200">
                  <c:v>1.35164</c:v>
                </c:pt>
                <c:pt idx="201">
                  <c:v>1.354599</c:v>
                </c:pt>
                <c:pt idx="202">
                  <c:v>1.357564</c:v>
                </c:pt>
                <c:pt idx="203">
                  <c:v>1.360535</c:v>
                </c:pt>
                <c:pt idx="204">
                  <c:v>1.363392</c:v>
                </c:pt>
                <c:pt idx="205">
                  <c:v>1.366254</c:v>
                </c:pt>
                <c:pt idx="206">
                  <c:v>1.369123</c:v>
                </c:pt>
                <c:pt idx="207">
                  <c:v>1.371998</c:v>
                </c:pt>
                <c:pt idx="208">
                  <c:v>1.374878</c:v>
                </c:pt>
                <c:pt idx="209">
                  <c:v>1.377765</c:v>
                </c:pt>
                <c:pt idx="210">
                  <c:v>1.380608</c:v>
                </c:pt>
                <c:pt idx="211">
                  <c:v>1.383383</c:v>
                </c:pt>
                <c:pt idx="212">
                  <c:v>1.386164</c:v>
                </c:pt>
                <c:pt idx="213">
                  <c:v>1.38895</c:v>
                </c:pt>
                <c:pt idx="214">
                  <c:v>1.391742</c:v>
                </c:pt>
                <c:pt idx="215">
                  <c:v>1.39454</c:v>
                </c:pt>
                <c:pt idx="216">
                  <c:v>1.397343</c:v>
                </c:pt>
                <c:pt idx="217">
                  <c:v>1.400101</c:v>
                </c:pt>
                <c:pt idx="218">
                  <c:v>1.402852</c:v>
                </c:pt>
                <c:pt idx="219">
                  <c:v>1.405609</c:v>
                </c:pt>
                <c:pt idx="220">
                  <c:v>1.408371</c:v>
                </c:pt>
                <c:pt idx="221">
                  <c:v>1.411138</c:v>
                </c:pt>
                <c:pt idx="222">
                  <c:v>1.413911</c:v>
                </c:pt>
                <c:pt idx="223">
                  <c:v>1.41669</c:v>
                </c:pt>
                <c:pt idx="224">
                  <c:v>1.419474</c:v>
                </c:pt>
                <c:pt idx="225">
                  <c:v>1.422263</c:v>
                </c:pt>
                <c:pt idx="226">
                  <c:v>1.425058</c:v>
                </c:pt>
                <c:pt idx="227">
                  <c:v>1.427858</c:v>
                </c:pt>
                <c:pt idx="228">
                  <c:v>1.430664</c:v>
                </c:pt>
                <c:pt idx="229">
                  <c:v>1.433475</c:v>
                </c:pt>
                <c:pt idx="230">
                  <c:v>1.440027</c:v>
                </c:pt>
                <c:pt idx="231">
                  <c:v>1.442857</c:v>
                </c:pt>
                <c:pt idx="232">
                  <c:v>1.445692</c:v>
                </c:pt>
                <c:pt idx="233">
                  <c:v>1.448533</c:v>
                </c:pt>
                <c:pt idx="234">
                  <c:v>1.451379</c:v>
                </c:pt>
                <c:pt idx="235">
                  <c:v>1.454231</c:v>
                </c:pt>
                <c:pt idx="236">
                  <c:v>1.457155</c:v>
                </c:pt>
                <c:pt idx="237">
                  <c:v>1.460083</c:v>
                </c:pt>
                <c:pt idx="238">
                  <c:v>1.463018</c:v>
                </c:pt>
                <c:pt idx="239">
                  <c:v>1.465959</c:v>
                </c:pt>
                <c:pt idx="240">
                  <c:v>1.468905</c:v>
                </c:pt>
                <c:pt idx="241">
                  <c:v>1.471858</c:v>
                </c:pt>
                <c:pt idx="242">
                  <c:v>1.474816</c:v>
                </c:pt>
                <c:pt idx="243">
                  <c:v>1.477913</c:v>
                </c:pt>
                <c:pt idx="244">
                  <c:v>1.481016</c:v>
                </c:pt>
                <c:pt idx="245">
                  <c:v>1.484126</c:v>
                </c:pt>
                <c:pt idx="246">
                  <c:v>1.487242</c:v>
                </c:pt>
                <c:pt idx="247">
                  <c:v>1.49047</c:v>
                </c:pt>
                <c:pt idx="248">
                  <c:v>1.493865</c:v>
                </c:pt>
                <c:pt idx="249">
                  <c:v>1.498631</c:v>
                </c:pt>
                <c:pt idx="250">
                  <c:v>1.502044</c:v>
                </c:pt>
                <c:pt idx="251">
                  <c:v>1.505466</c:v>
                </c:pt>
                <c:pt idx="252">
                  <c:v>1.508895</c:v>
                </c:pt>
                <c:pt idx="253">
                  <c:v>1.512385</c:v>
                </c:pt>
                <c:pt idx="254">
                  <c:v>1.516097</c:v>
                </c:pt>
                <c:pt idx="255">
                  <c:v>1.519817</c:v>
                </c:pt>
                <c:pt idx="256">
                  <c:v>1.523548</c:v>
                </c:pt>
                <c:pt idx="257">
                  <c:v>1.527287</c:v>
                </c:pt>
                <c:pt idx="258">
                  <c:v>1.531035</c:v>
                </c:pt>
                <c:pt idx="259">
                  <c:v>1.539985</c:v>
                </c:pt>
                <c:pt idx="260">
                  <c:v>1.545831</c:v>
                </c:pt>
                <c:pt idx="261">
                  <c:v>1.549895</c:v>
                </c:pt>
                <c:pt idx="262">
                  <c:v>1.55397</c:v>
                </c:pt>
                <c:pt idx="263">
                  <c:v>1.558056</c:v>
                </c:pt>
                <c:pt idx="264">
                  <c:v>1.562153</c:v>
                </c:pt>
                <c:pt idx="265">
                  <c:v>1.56626</c:v>
                </c:pt>
                <c:pt idx="266">
                  <c:v>1.570406</c:v>
                </c:pt>
                <c:pt idx="267">
                  <c:v>1.574671</c:v>
                </c:pt>
                <c:pt idx="268">
                  <c:v>1.579813</c:v>
                </c:pt>
                <c:pt idx="269">
                  <c:v>1.580734</c:v>
                </c:pt>
                <c:pt idx="270">
                  <c:v>1.583871</c:v>
                </c:pt>
                <c:pt idx="271">
                  <c:v>1.588173</c:v>
                </c:pt>
                <c:pt idx="272">
                  <c:v>1.592501</c:v>
                </c:pt>
                <c:pt idx="273">
                  <c:v>1.596896</c:v>
                </c:pt>
                <c:pt idx="274">
                  <c:v>1.601302</c:v>
                </c:pt>
                <c:pt idx="275">
                  <c:v>1.605721</c:v>
                </c:pt>
                <c:pt idx="276">
                  <c:v>1.610152</c:v>
                </c:pt>
                <c:pt idx="277">
                  <c:v>1.614596</c:v>
                </c:pt>
                <c:pt idx="278">
                  <c:v>1.619051</c:v>
                </c:pt>
                <c:pt idx="279">
                  <c:v>1.623519</c:v>
                </c:pt>
                <c:pt idx="280">
                  <c:v>1.625389</c:v>
                </c:pt>
                <c:pt idx="281">
                  <c:v>1.633099</c:v>
                </c:pt>
                <c:pt idx="282">
                  <c:v>1.637606</c:v>
                </c:pt>
                <c:pt idx="283">
                  <c:v>1.642125</c:v>
                </c:pt>
                <c:pt idx="284">
                  <c:v>1.646656</c:v>
                </c:pt>
                <c:pt idx="285">
                  <c:v>1.6512</c:v>
                </c:pt>
                <c:pt idx="286">
                  <c:v>1.655757</c:v>
                </c:pt>
                <c:pt idx="287">
                  <c:v>1.660326</c:v>
                </c:pt>
                <c:pt idx="288">
                  <c:v>1.664908</c:v>
                </c:pt>
                <c:pt idx="289">
                  <c:v>1.669503</c:v>
                </c:pt>
                <c:pt idx="290">
                  <c:v>1.67411</c:v>
                </c:pt>
                <c:pt idx="291">
                  <c:v>1.67873</c:v>
                </c:pt>
                <c:pt idx="292">
                  <c:v>1.683362</c:v>
                </c:pt>
                <c:pt idx="293">
                  <c:v>1.688008</c:v>
                </c:pt>
                <c:pt idx="294">
                  <c:v>1.692666</c:v>
                </c:pt>
                <c:pt idx="295">
                  <c:v>1.697337</c:v>
                </c:pt>
                <c:pt idx="296">
                  <c:v>1.702021</c:v>
                </c:pt>
                <c:pt idx="297">
                  <c:v>1.706718</c:v>
                </c:pt>
                <c:pt idx="298">
                  <c:v>1.711428</c:v>
                </c:pt>
                <c:pt idx="299">
                  <c:v>1.718043</c:v>
                </c:pt>
                <c:pt idx="300">
                  <c:v>1.722784</c:v>
                </c:pt>
                <c:pt idx="301">
                  <c:v>1.727538</c:v>
                </c:pt>
                <c:pt idx="302">
                  <c:v>1.732306</c:v>
                </c:pt>
                <c:pt idx="303">
                  <c:v>1.737086</c:v>
                </c:pt>
                <c:pt idx="304">
                  <c:v>1.74188</c:v>
                </c:pt>
                <c:pt idx="305">
                  <c:v>1.746687</c:v>
                </c:pt>
                <c:pt idx="306">
                  <c:v>1.751507</c:v>
                </c:pt>
                <c:pt idx="307">
                  <c:v>1.75634</c:v>
                </c:pt>
                <c:pt idx="308">
                  <c:v>1.761187</c:v>
                </c:pt>
                <c:pt idx="309">
                  <c:v>1.777913</c:v>
                </c:pt>
                <c:pt idx="310">
                  <c:v>1.782758</c:v>
                </c:pt>
                <c:pt idx="311">
                  <c:v>1.7876</c:v>
                </c:pt>
                <c:pt idx="312">
                  <c:v>1.792456</c:v>
                </c:pt>
                <c:pt idx="313">
                  <c:v>1.78801</c:v>
                </c:pt>
                <c:pt idx="314">
                  <c:v>1.846113</c:v>
                </c:pt>
                <c:pt idx="315">
                  <c:v>1.851111</c:v>
                </c:pt>
                <c:pt idx="316">
                  <c:v>1.856059</c:v>
                </c:pt>
                <c:pt idx="317">
                  <c:v>1.86102</c:v>
                </c:pt>
                <c:pt idx="318">
                  <c:v>1.865994</c:v>
                </c:pt>
                <c:pt idx="319">
                  <c:v>1.870982</c:v>
                </c:pt>
                <c:pt idx="320">
                  <c:v>1.884023</c:v>
                </c:pt>
                <c:pt idx="321">
                  <c:v>1.891977</c:v>
                </c:pt>
                <c:pt idx="322">
                  <c:v>1.896984</c:v>
                </c:pt>
                <c:pt idx="323">
                  <c:v>1.901972</c:v>
                </c:pt>
                <c:pt idx="324">
                  <c:v>1.906973</c:v>
                </c:pt>
                <c:pt idx="325">
                  <c:v>1.911987</c:v>
                </c:pt>
                <c:pt idx="326">
                  <c:v>1.917014</c:v>
                </c:pt>
                <c:pt idx="327">
                  <c:v>1.922055</c:v>
                </c:pt>
                <c:pt idx="328">
                  <c:v>1.927108</c:v>
                </c:pt>
                <c:pt idx="329">
                  <c:v>1.932125</c:v>
                </c:pt>
                <c:pt idx="330">
                  <c:v>1.937121</c:v>
                </c:pt>
                <c:pt idx="331">
                  <c:v>1.94213</c:v>
                </c:pt>
                <c:pt idx="332">
                  <c:v>1.947151</c:v>
                </c:pt>
                <c:pt idx="333">
                  <c:v>1.952186</c:v>
                </c:pt>
                <c:pt idx="334">
                  <c:v>1.957234</c:v>
                </c:pt>
                <c:pt idx="335">
                  <c:v>1.962226</c:v>
                </c:pt>
                <c:pt idx="336">
                  <c:v>1.967214</c:v>
                </c:pt>
                <c:pt idx="337">
                  <c:v>1.985332</c:v>
                </c:pt>
                <c:pt idx="338">
                  <c:v>1.997519</c:v>
                </c:pt>
                <c:pt idx="339">
                  <c:v>1.998533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CDI</c:v>
                </c:pt>
              </c:strCache>
            </c:strRef>
          </c:tx>
          <c:spPr>
            <a:solidFill>
              <a:srgbClr val="9CA3AF"/>
            </a:solidFill>
            <a:ln w="254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Sheet1!$A$2:$A$341</c:f>
              <c:multiLvlStrCache>
                <c:ptCount val="340"/>
                <c:lvl>
                  <c:pt idx="0">
                    <c:v>jan/20</c:v>
                  </c:pt>
                  <c:pt idx="1">
                    <c:v>jan/20</c:v>
                  </c:pt>
                  <c:pt idx="2">
                    <c:v>jan/20</c:v>
                  </c:pt>
                  <c:pt idx="3">
                    <c:v>jan/20</c:v>
                  </c:pt>
                  <c:pt idx="4">
                    <c:v>jan/20</c:v>
                  </c:pt>
                  <c:pt idx="5">
                    <c:v>fev/20</c:v>
                  </c:pt>
                  <c:pt idx="6">
                    <c:v>fev/20</c:v>
                  </c:pt>
                  <c:pt idx="7">
                    <c:v>fev/20</c:v>
                  </c:pt>
                  <c:pt idx="8">
                    <c:v>mar/20</c:v>
                  </c:pt>
                  <c:pt idx="9">
                    <c:v>mar/20</c:v>
                  </c:pt>
                  <c:pt idx="10">
                    <c:v>mar/20</c:v>
                  </c:pt>
                  <c:pt idx="11">
                    <c:v>mar/20</c:v>
                  </c:pt>
                  <c:pt idx="12">
                    <c:v>mar/20</c:v>
                  </c:pt>
                  <c:pt idx="13">
                    <c:v>abr/20</c:v>
                  </c:pt>
                  <c:pt idx="14">
                    <c:v>abr/20</c:v>
                  </c:pt>
                  <c:pt idx="15">
                    <c:v>abr/20</c:v>
                  </c:pt>
                  <c:pt idx="16">
                    <c:v>abr/20</c:v>
                  </c:pt>
                  <c:pt idx="17">
                    <c:v>mai/20</c:v>
                  </c:pt>
                  <c:pt idx="18">
                    <c:v>mai/20</c:v>
                  </c:pt>
                  <c:pt idx="19">
                    <c:v>mai/20</c:v>
                  </c:pt>
                  <c:pt idx="20">
                    <c:v>mai/20</c:v>
                  </c:pt>
                  <c:pt idx="21">
                    <c:v>jun/20</c:v>
                  </c:pt>
                  <c:pt idx="22">
                    <c:v>jun/20</c:v>
                  </c:pt>
                  <c:pt idx="23">
                    <c:v>jun/20</c:v>
                  </c:pt>
                  <c:pt idx="24">
                    <c:v>jun/20</c:v>
                  </c:pt>
                  <c:pt idx="25">
                    <c:v>jul/20</c:v>
                  </c:pt>
                  <c:pt idx="26">
                    <c:v>jul/20</c:v>
                  </c:pt>
                  <c:pt idx="27">
                    <c:v>jul/20</c:v>
                  </c:pt>
                  <c:pt idx="28">
                    <c:v>jul/20</c:v>
                  </c:pt>
                  <c:pt idx="29">
                    <c:v>jul/20</c:v>
                  </c:pt>
                  <c:pt idx="30">
                    <c:v>ago/20</c:v>
                  </c:pt>
                  <c:pt idx="31">
                    <c:v>ago/20</c:v>
                  </c:pt>
                  <c:pt idx="32">
                    <c:v>ago/20</c:v>
                  </c:pt>
                  <c:pt idx="33">
                    <c:v>ago/20</c:v>
                  </c:pt>
                  <c:pt idx="34">
                    <c:v>set/20</c:v>
                  </c:pt>
                  <c:pt idx="35">
                    <c:v>set/20</c:v>
                  </c:pt>
                  <c:pt idx="36">
                    <c:v>set/20</c:v>
                  </c:pt>
                  <c:pt idx="37">
                    <c:v>set/20</c:v>
                  </c:pt>
                  <c:pt idx="38">
                    <c:v>out/20</c:v>
                  </c:pt>
                  <c:pt idx="39">
                    <c:v>out/20</c:v>
                  </c:pt>
                  <c:pt idx="40">
                    <c:v>out/20</c:v>
                  </c:pt>
                  <c:pt idx="41">
                    <c:v>out/20</c:v>
                  </c:pt>
                  <c:pt idx="42">
                    <c:v>nov/20</c:v>
                  </c:pt>
                  <c:pt idx="43">
                    <c:v>nov/20</c:v>
                  </c:pt>
                  <c:pt idx="44">
                    <c:v>nov/20</c:v>
                  </c:pt>
                  <c:pt idx="45">
                    <c:v>nov/20</c:v>
                  </c:pt>
                  <c:pt idx="46">
                    <c:v>dez/20</c:v>
                  </c:pt>
                  <c:pt idx="47">
                    <c:v>dez/20</c:v>
                  </c:pt>
                  <c:pt idx="48">
                    <c:v>dez/20</c:v>
                  </c:pt>
                  <c:pt idx="49">
                    <c:v>dez/20</c:v>
                  </c:pt>
                  <c:pt idx="50">
                    <c:v>jan/21</c:v>
                  </c:pt>
                  <c:pt idx="51">
                    <c:v>jan/21</c:v>
                  </c:pt>
                  <c:pt idx="52">
                    <c:v>jan/21</c:v>
                  </c:pt>
                  <c:pt idx="53">
                    <c:v>jan/21</c:v>
                  </c:pt>
                  <c:pt idx="54">
                    <c:v>fev/21</c:v>
                  </c:pt>
                  <c:pt idx="55">
                    <c:v>fev/21</c:v>
                  </c:pt>
                  <c:pt idx="56">
                    <c:v>fev/21</c:v>
                  </c:pt>
                  <c:pt idx="57">
                    <c:v>mar/21</c:v>
                  </c:pt>
                  <c:pt idx="58">
                    <c:v>mar/21</c:v>
                  </c:pt>
                  <c:pt idx="59">
                    <c:v>mar/21</c:v>
                  </c:pt>
                  <c:pt idx="60">
                    <c:v>mar/21</c:v>
                  </c:pt>
                  <c:pt idx="61">
                    <c:v>mar/21</c:v>
                  </c:pt>
                  <c:pt idx="62">
                    <c:v>abr/21</c:v>
                  </c:pt>
                  <c:pt idx="63">
                    <c:v>abr/21</c:v>
                  </c:pt>
                  <c:pt idx="64">
                    <c:v>abr/21</c:v>
                  </c:pt>
                  <c:pt idx="65">
                    <c:v>abr/21</c:v>
                  </c:pt>
                  <c:pt idx="66">
                    <c:v>mai/21</c:v>
                  </c:pt>
                  <c:pt idx="67">
                    <c:v>mai/21</c:v>
                  </c:pt>
                  <c:pt idx="68">
                    <c:v>mai/21</c:v>
                  </c:pt>
                  <c:pt idx="69">
                    <c:v>mai/21</c:v>
                  </c:pt>
                  <c:pt idx="70">
                    <c:v>jun/21</c:v>
                  </c:pt>
                  <c:pt idx="71">
                    <c:v>jun/21</c:v>
                  </c:pt>
                  <c:pt idx="72">
                    <c:v>jun/21</c:v>
                  </c:pt>
                  <c:pt idx="73">
                    <c:v>jun/21</c:v>
                  </c:pt>
                  <c:pt idx="74">
                    <c:v>jul/21</c:v>
                  </c:pt>
                  <c:pt idx="75">
                    <c:v>jul/21</c:v>
                  </c:pt>
                  <c:pt idx="76">
                    <c:v>jul/21</c:v>
                  </c:pt>
                  <c:pt idx="77">
                    <c:v>jul/21</c:v>
                  </c:pt>
                  <c:pt idx="78">
                    <c:v>jul/21</c:v>
                  </c:pt>
                  <c:pt idx="79">
                    <c:v>ago/21</c:v>
                  </c:pt>
                  <c:pt idx="80">
                    <c:v>ago/21</c:v>
                  </c:pt>
                  <c:pt idx="81">
                    <c:v>ago/21</c:v>
                  </c:pt>
                  <c:pt idx="82">
                    <c:v>ago/21</c:v>
                  </c:pt>
                  <c:pt idx="83">
                    <c:v>set/21</c:v>
                  </c:pt>
                  <c:pt idx="84">
                    <c:v>set/21</c:v>
                  </c:pt>
                  <c:pt idx="85">
                    <c:v>set/21</c:v>
                  </c:pt>
                  <c:pt idx="86">
                    <c:v>set/21</c:v>
                  </c:pt>
                  <c:pt idx="87">
                    <c:v>out/21</c:v>
                  </c:pt>
                  <c:pt idx="88">
                    <c:v>out/21</c:v>
                  </c:pt>
                  <c:pt idx="89">
                    <c:v>out/21</c:v>
                  </c:pt>
                  <c:pt idx="90">
                    <c:v>out/21</c:v>
                  </c:pt>
                  <c:pt idx="91">
                    <c:v>nov/21</c:v>
                  </c:pt>
                  <c:pt idx="92">
                    <c:v>nov/21</c:v>
                  </c:pt>
                  <c:pt idx="93">
                    <c:v>nov/21</c:v>
                  </c:pt>
                  <c:pt idx="94">
                    <c:v>nov/21</c:v>
                  </c:pt>
                  <c:pt idx="95">
                    <c:v>dez/21</c:v>
                  </c:pt>
                  <c:pt idx="96">
                    <c:v>dez/21</c:v>
                  </c:pt>
                  <c:pt idx="97">
                    <c:v>dez/21</c:v>
                  </c:pt>
                  <c:pt idx="98">
                    <c:v>dez/21</c:v>
                  </c:pt>
                  <c:pt idx="99">
                    <c:v>jan/22</c:v>
                  </c:pt>
                  <c:pt idx="100">
                    <c:v>jan/22</c:v>
                  </c:pt>
                  <c:pt idx="101">
                    <c:v>jan/22</c:v>
                  </c:pt>
                  <c:pt idx="102">
                    <c:v>jan/22</c:v>
                  </c:pt>
                  <c:pt idx="103">
                    <c:v>jan/22</c:v>
                  </c:pt>
                  <c:pt idx="104">
                    <c:v>fev/22</c:v>
                  </c:pt>
                  <c:pt idx="105">
                    <c:v>fev/22</c:v>
                  </c:pt>
                  <c:pt idx="106">
                    <c:v>fev/22</c:v>
                  </c:pt>
                  <c:pt idx="107">
                    <c:v>mar/22</c:v>
                  </c:pt>
                  <c:pt idx="108">
                    <c:v>mar/22</c:v>
                  </c:pt>
                  <c:pt idx="109">
                    <c:v>mar/22</c:v>
                  </c:pt>
                  <c:pt idx="110">
                    <c:v>mar/22</c:v>
                  </c:pt>
                  <c:pt idx="111">
                    <c:v>mar/22</c:v>
                  </c:pt>
                  <c:pt idx="112">
                    <c:v>abr/22</c:v>
                  </c:pt>
                  <c:pt idx="113">
                    <c:v>abr/22</c:v>
                  </c:pt>
                  <c:pt idx="114">
                    <c:v>abr/22</c:v>
                  </c:pt>
                  <c:pt idx="115">
                    <c:v>abr/22</c:v>
                  </c:pt>
                  <c:pt idx="116">
                    <c:v>mai/22</c:v>
                  </c:pt>
                  <c:pt idx="117">
                    <c:v>mai/22</c:v>
                  </c:pt>
                  <c:pt idx="118">
                    <c:v>mai/22</c:v>
                  </c:pt>
                  <c:pt idx="119">
                    <c:v>mai/22</c:v>
                  </c:pt>
                  <c:pt idx="120">
                    <c:v>jun/22</c:v>
                  </c:pt>
                  <c:pt idx="121">
                    <c:v>jun/22</c:v>
                  </c:pt>
                  <c:pt idx="122">
                    <c:v>jun/22</c:v>
                  </c:pt>
                  <c:pt idx="123">
                    <c:v>jun/22</c:v>
                  </c:pt>
                  <c:pt idx="124">
                    <c:v>jul/22</c:v>
                  </c:pt>
                  <c:pt idx="125">
                    <c:v>jul/22</c:v>
                  </c:pt>
                  <c:pt idx="126">
                    <c:v>jul/22</c:v>
                  </c:pt>
                  <c:pt idx="127">
                    <c:v>jul/22</c:v>
                  </c:pt>
                  <c:pt idx="128">
                    <c:v>ago/22</c:v>
                  </c:pt>
                  <c:pt idx="129">
                    <c:v>ago/22</c:v>
                  </c:pt>
                  <c:pt idx="130">
                    <c:v>ago/22</c:v>
                  </c:pt>
                  <c:pt idx="131">
                    <c:v>ago/22</c:v>
                  </c:pt>
                  <c:pt idx="132">
                    <c:v>ago/22</c:v>
                  </c:pt>
                  <c:pt idx="133">
                    <c:v>set/22</c:v>
                  </c:pt>
                  <c:pt idx="134">
                    <c:v>set/22</c:v>
                  </c:pt>
                  <c:pt idx="135">
                    <c:v>set/22</c:v>
                  </c:pt>
                  <c:pt idx="136">
                    <c:v>set/22</c:v>
                  </c:pt>
                  <c:pt idx="137">
                    <c:v>out/22</c:v>
                  </c:pt>
                  <c:pt idx="138">
                    <c:v>out/22</c:v>
                  </c:pt>
                  <c:pt idx="139">
                    <c:v>out/22</c:v>
                  </c:pt>
                  <c:pt idx="140">
                    <c:v>out/22</c:v>
                  </c:pt>
                  <c:pt idx="141">
                    <c:v>nov/22</c:v>
                  </c:pt>
                  <c:pt idx="142">
                    <c:v>nov/22</c:v>
                  </c:pt>
                  <c:pt idx="143">
                    <c:v>nov/22</c:v>
                  </c:pt>
                  <c:pt idx="144">
                    <c:v>nov/22</c:v>
                  </c:pt>
                  <c:pt idx="145">
                    <c:v>dez/22</c:v>
                  </c:pt>
                  <c:pt idx="146">
                    <c:v>dez/22</c:v>
                  </c:pt>
                  <c:pt idx="147">
                    <c:v>dez/22</c:v>
                  </c:pt>
                  <c:pt idx="148">
                    <c:v>dez/22</c:v>
                  </c:pt>
                  <c:pt idx="149">
                    <c:v>jan/23</c:v>
                  </c:pt>
                  <c:pt idx="150">
                    <c:v>jan/23</c:v>
                  </c:pt>
                  <c:pt idx="151">
                    <c:v>jan/23</c:v>
                  </c:pt>
                  <c:pt idx="152">
                    <c:v>jan/23</c:v>
                  </c:pt>
                  <c:pt idx="153">
                    <c:v>jan/23</c:v>
                  </c:pt>
                  <c:pt idx="154">
                    <c:v>fev/23</c:v>
                  </c:pt>
                  <c:pt idx="155">
                    <c:v>fev/23</c:v>
                  </c:pt>
                  <c:pt idx="156">
                    <c:v>fev/23</c:v>
                  </c:pt>
                  <c:pt idx="157">
                    <c:v>mar/23</c:v>
                  </c:pt>
                  <c:pt idx="158">
                    <c:v>mar/23</c:v>
                  </c:pt>
                  <c:pt idx="159">
                    <c:v>mar/23</c:v>
                  </c:pt>
                  <c:pt idx="160">
                    <c:v>mar/23</c:v>
                  </c:pt>
                  <c:pt idx="161">
                    <c:v>mar/23</c:v>
                  </c:pt>
                  <c:pt idx="162">
                    <c:v>abr/23</c:v>
                  </c:pt>
                  <c:pt idx="163">
                    <c:v>abr/23</c:v>
                  </c:pt>
                  <c:pt idx="164">
                    <c:v>abr/23</c:v>
                  </c:pt>
                  <c:pt idx="165">
                    <c:v>abr/23</c:v>
                  </c:pt>
                  <c:pt idx="166">
                    <c:v>mai/23</c:v>
                  </c:pt>
                  <c:pt idx="167">
                    <c:v>mai/23</c:v>
                  </c:pt>
                  <c:pt idx="168">
                    <c:v>mai/23</c:v>
                  </c:pt>
                  <c:pt idx="169">
                    <c:v>mai/23</c:v>
                  </c:pt>
                  <c:pt idx="170">
                    <c:v>jun/23</c:v>
                  </c:pt>
                  <c:pt idx="171">
                    <c:v>jun/23</c:v>
                  </c:pt>
                  <c:pt idx="172">
                    <c:v>jun/23</c:v>
                  </c:pt>
                  <c:pt idx="173">
                    <c:v>jun/23</c:v>
                  </c:pt>
                  <c:pt idx="174">
                    <c:v>jul/23</c:v>
                  </c:pt>
                  <c:pt idx="175">
                    <c:v>jul/23</c:v>
                  </c:pt>
                  <c:pt idx="176">
                    <c:v>jul/23</c:v>
                  </c:pt>
                  <c:pt idx="177">
                    <c:v>jul/23</c:v>
                  </c:pt>
                  <c:pt idx="178">
                    <c:v>ago/23</c:v>
                  </c:pt>
                  <c:pt idx="179">
                    <c:v>ago/23</c:v>
                  </c:pt>
                  <c:pt idx="180">
                    <c:v>ago/23</c:v>
                  </c:pt>
                  <c:pt idx="181">
                    <c:v>ago/23</c:v>
                  </c:pt>
                  <c:pt idx="182">
                    <c:v>ago/23</c:v>
                  </c:pt>
                  <c:pt idx="183">
                    <c:v>set/23</c:v>
                  </c:pt>
                  <c:pt idx="184">
                    <c:v>set/23</c:v>
                  </c:pt>
                  <c:pt idx="185">
                    <c:v>set/23</c:v>
                  </c:pt>
                  <c:pt idx="186">
                    <c:v>set/23</c:v>
                  </c:pt>
                  <c:pt idx="187">
                    <c:v>out/23</c:v>
                  </c:pt>
                  <c:pt idx="188">
                    <c:v>out/23</c:v>
                  </c:pt>
                  <c:pt idx="189">
                    <c:v>out/23</c:v>
                  </c:pt>
                  <c:pt idx="190">
                    <c:v>out/23</c:v>
                  </c:pt>
                  <c:pt idx="191">
                    <c:v>nov/23</c:v>
                  </c:pt>
                  <c:pt idx="192">
                    <c:v>nov/23</c:v>
                  </c:pt>
                  <c:pt idx="193">
                    <c:v>nov/23</c:v>
                  </c:pt>
                  <c:pt idx="194">
                    <c:v>nov/23</c:v>
                  </c:pt>
                  <c:pt idx="195">
                    <c:v>dez/23</c:v>
                  </c:pt>
                  <c:pt idx="196">
                    <c:v>dez/23</c:v>
                  </c:pt>
                  <c:pt idx="197">
                    <c:v>dez/23</c:v>
                  </c:pt>
                  <c:pt idx="198">
                    <c:v>dez/23</c:v>
                  </c:pt>
                  <c:pt idx="199">
                    <c:v>jan/24</c:v>
                  </c:pt>
                  <c:pt idx="200">
                    <c:v>jan/24</c:v>
                  </c:pt>
                  <c:pt idx="201">
                    <c:v>jan/24</c:v>
                  </c:pt>
                  <c:pt idx="202">
                    <c:v>jan/24</c:v>
                  </c:pt>
                  <c:pt idx="203">
                    <c:v>fev/24</c:v>
                  </c:pt>
                  <c:pt idx="204">
                    <c:v>fev/24</c:v>
                  </c:pt>
                  <c:pt idx="205">
                    <c:v>fev/24</c:v>
                  </c:pt>
                  <c:pt idx="206">
                    <c:v>fev/24</c:v>
                  </c:pt>
                  <c:pt idx="207">
                    <c:v>mar/24</c:v>
                  </c:pt>
                  <c:pt idx="208">
                    <c:v>mar/24</c:v>
                  </c:pt>
                  <c:pt idx="209">
                    <c:v>mar/24</c:v>
                  </c:pt>
                  <c:pt idx="210">
                    <c:v>mar/24</c:v>
                  </c:pt>
                  <c:pt idx="211">
                    <c:v>abr/24</c:v>
                  </c:pt>
                  <c:pt idx="212">
                    <c:v>abr/24</c:v>
                  </c:pt>
                  <c:pt idx="213">
                    <c:v>abr/24</c:v>
                  </c:pt>
                  <c:pt idx="214">
                    <c:v>abr/24</c:v>
                  </c:pt>
                  <c:pt idx="215">
                    <c:v>abr/24</c:v>
                  </c:pt>
                  <c:pt idx="216">
                    <c:v>mai/24</c:v>
                  </c:pt>
                  <c:pt idx="217">
                    <c:v>mai/24</c:v>
                  </c:pt>
                  <c:pt idx="218">
                    <c:v>mai/24</c:v>
                  </c:pt>
                  <c:pt idx="219">
                    <c:v>mai/24</c:v>
                  </c:pt>
                  <c:pt idx="220">
                    <c:v>jun/24</c:v>
                  </c:pt>
                  <c:pt idx="221">
                    <c:v>jun/24</c:v>
                  </c:pt>
                  <c:pt idx="222">
                    <c:v>jun/24</c:v>
                  </c:pt>
                  <c:pt idx="223">
                    <c:v>jun/24</c:v>
                  </c:pt>
                  <c:pt idx="224">
                    <c:v>jul/24</c:v>
                  </c:pt>
                  <c:pt idx="225">
                    <c:v>jul/24</c:v>
                  </c:pt>
                  <c:pt idx="226">
                    <c:v>jul/24</c:v>
                  </c:pt>
                  <c:pt idx="227">
                    <c:v>jul/24</c:v>
                  </c:pt>
                  <c:pt idx="228">
                    <c:v>ago/24</c:v>
                  </c:pt>
                  <c:pt idx="229">
                    <c:v>ago/24</c:v>
                  </c:pt>
                  <c:pt idx="230">
                    <c:v>ago/24</c:v>
                  </c:pt>
                  <c:pt idx="231">
                    <c:v>ago/24</c:v>
                  </c:pt>
                  <c:pt idx="232">
                    <c:v>ago/24</c:v>
                  </c:pt>
                  <c:pt idx="233">
                    <c:v>set/24</c:v>
                  </c:pt>
                  <c:pt idx="234">
                    <c:v>set/24</c:v>
                  </c:pt>
                  <c:pt idx="235">
                    <c:v>set/24</c:v>
                  </c:pt>
                  <c:pt idx="236">
                    <c:v>set/24</c:v>
                  </c:pt>
                  <c:pt idx="237">
                    <c:v>out/24</c:v>
                  </c:pt>
                  <c:pt idx="238">
                    <c:v>out/24</c:v>
                  </c:pt>
                  <c:pt idx="239">
                    <c:v>out/24</c:v>
                  </c:pt>
                  <c:pt idx="240">
                    <c:v>out/24</c:v>
                  </c:pt>
                  <c:pt idx="241">
                    <c:v>out/24</c:v>
                  </c:pt>
                  <c:pt idx="242">
                    <c:v>nov/24</c:v>
                  </c:pt>
                  <c:pt idx="243">
                    <c:v>nov/24</c:v>
                  </c:pt>
                  <c:pt idx="244">
                    <c:v>nov/24</c:v>
                  </c:pt>
                  <c:pt idx="245">
                    <c:v>dez/24</c:v>
                  </c:pt>
                  <c:pt idx="246">
                    <c:v>dez/24</c:v>
                  </c:pt>
                  <c:pt idx="247">
                    <c:v>dez/24</c:v>
                  </c:pt>
                  <c:pt idx="248">
                    <c:v>dez/24</c:v>
                  </c:pt>
                  <c:pt idx="249">
                    <c:v>jan/25</c:v>
                  </c:pt>
                  <c:pt idx="250">
                    <c:v>jan/25</c:v>
                  </c:pt>
                  <c:pt idx="251">
                    <c:v>jan/25</c:v>
                  </c:pt>
                  <c:pt idx="252">
                    <c:v>jan/25</c:v>
                  </c:pt>
                  <c:pt idx="253">
                    <c:v>jan/25</c:v>
                  </c:pt>
                  <c:pt idx="254">
                    <c:v>fev/25</c:v>
                  </c:pt>
                  <c:pt idx="255">
                    <c:v>fev/25</c:v>
                  </c:pt>
                  <c:pt idx="256">
                    <c:v>fev/25</c:v>
                  </c:pt>
                  <c:pt idx="257">
                    <c:v>fev/25</c:v>
                  </c:pt>
                  <c:pt idx="258">
                    <c:v>mar/25</c:v>
                  </c:pt>
                  <c:pt idx="259">
                    <c:v>mar/25</c:v>
                  </c:pt>
                  <c:pt idx="260">
                    <c:v>mar/25</c:v>
                  </c:pt>
                  <c:pt idx="261">
                    <c:v>abr/25</c:v>
                  </c:pt>
                  <c:pt idx="262">
                    <c:v>abr/25</c:v>
                  </c:pt>
                  <c:pt idx="263">
                    <c:v>abr/25</c:v>
                  </c:pt>
                  <c:pt idx="264">
                    <c:v>abr/25</c:v>
                  </c:pt>
                  <c:pt idx="265">
                    <c:v>mai/25</c:v>
                  </c:pt>
                  <c:pt idx="266">
                    <c:v>mai/25</c:v>
                  </c:pt>
                  <c:pt idx="267">
                    <c:v>mai/25</c:v>
                  </c:pt>
                  <c:pt idx="268">
                    <c:v>mai/25</c:v>
                  </c:pt>
                  <c:pt idx="269">
                    <c:v>mai/25</c:v>
                  </c:pt>
                  <c:pt idx="270">
                    <c:v>jun/25</c:v>
                  </c:pt>
                  <c:pt idx="271">
                    <c:v>jun/25</c:v>
                  </c:pt>
                  <c:pt idx="272">
                    <c:v>jun/25</c:v>
                  </c:pt>
                  <c:pt idx="273">
                    <c:v>jun/25</c:v>
                  </c:pt>
                  <c:pt idx="274">
                    <c:v>jul/25</c:v>
                  </c:pt>
                  <c:pt idx="275">
                    <c:v>jul/25</c:v>
                  </c:pt>
                  <c:pt idx="276">
                    <c:v>jul/25</c:v>
                  </c:pt>
                  <c:pt idx="277">
                    <c:v>jul/25</c:v>
                  </c:pt>
                  <c:pt idx="278">
                    <c:v>ago/25</c:v>
                  </c:pt>
                  <c:pt idx="279">
                    <c:v>ago/25</c:v>
                  </c:pt>
                  <c:pt idx="280">
                    <c:v>ago/25</c:v>
                  </c:pt>
                  <c:pt idx="281">
                    <c:v>ago/25</c:v>
                  </c:pt>
                  <c:pt idx="282">
                    <c:v>set/25</c:v>
                  </c:pt>
                  <c:pt idx="283">
                    <c:v>set/25</c:v>
                  </c:pt>
                  <c:pt idx="284">
                    <c:v>set/25</c:v>
                  </c:pt>
                  <c:pt idx="285">
                    <c:v>set/25</c:v>
                  </c:pt>
                  <c:pt idx="286">
                    <c:v>set/25</c:v>
                  </c:pt>
                  <c:pt idx="287">
                    <c:v>out/25</c:v>
                  </c:pt>
                  <c:pt idx="288">
                    <c:v>out/25</c:v>
                  </c:pt>
                  <c:pt idx="289">
                    <c:v>out/25</c:v>
                  </c:pt>
                  <c:pt idx="290">
                    <c:v>out/25</c:v>
                  </c:pt>
                  <c:pt idx="291">
                    <c:v>nov/25</c:v>
                  </c:pt>
                  <c:pt idx="292">
                    <c:v>nov/25</c:v>
                  </c:pt>
                  <c:pt idx="293">
                    <c:v>nov/25</c:v>
                  </c:pt>
                  <c:pt idx="294">
                    <c:v>nov/25</c:v>
                  </c:pt>
                  <c:pt idx="295">
                    <c:v>dez/25</c:v>
                  </c:pt>
                  <c:pt idx="296">
                    <c:v>dez/25</c:v>
                  </c:pt>
                  <c:pt idx="297">
                    <c:v>dez/25</c:v>
                  </c:pt>
                  <c:pt idx="298">
                    <c:v>dez/25</c:v>
                  </c:pt>
                  <c:pt idx="299">
                    <c:v>jan/26</c:v>
                  </c:pt>
                  <c:pt idx="300">
                    <c:v>jan/26</c:v>
                  </c:pt>
                  <c:pt idx="301">
                    <c:v>jan/26</c:v>
                  </c:pt>
                  <c:pt idx="302">
                    <c:v>jan/26</c:v>
                  </c:pt>
                  <c:pt idx="303">
                    <c:v>fev/26</c:v>
                  </c:pt>
                  <c:pt idx="304">
                    <c:v>fev/26</c:v>
                  </c:pt>
                  <c:pt idx="305">
                    <c:v>fev/26</c:v>
                  </c:pt>
                  <c:pt idx="306">
                    <c:v>fev/26</c:v>
                  </c:pt>
                  <c:pt idx="307">
                    <c:v>mar/26</c:v>
                  </c:pt>
                  <c:pt idx="308">
                    <c:v>mar/26</c:v>
                  </c:pt>
                  <c:pt idx="309">
                    <c:v>mar/26</c:v>
                  </c:pt>
                  <c:pt idx="310">
                    <c:v>mar/26</c:v>
                  </c:pt>
                  <c:pt idx="311">
                    <c:v>abr/26</c:v>
                  </c:pt>
                  <c:pt idx="312">
                    <c:v>abr/26</c:v>
                  </c:pt>
                  <c:pt idx="313">
                    <c:v>abr/26</c:v>
                  </c:pt>
                  <c:pt idx="314">
                    <c:v>abr/26</c:v>
                  </c:pt>
                  <c:pt idx="315">
                    <c:v>mai/26</c:v>
                  </c:pt>
                  <c:pt idx="316">
                    <c:v>mai/26</c:v>
                  </c:pt>
                  <c:pt idx="317">
                    <c:v>mai/26</c:v>
                  </c:pt>
                  <c:pt idx="318">
                    <c:v>mai/26</c:v>
                  </c:pt>
                  <c:pt idx="319">
                    <c:v>jun/26</c:v>
                  </c:pt>
                  <c:pt idx="320">
                    <c:v>jun/26</c:v>
                  </c:pt>
                  <c:pt idx="321">
                    <c:v>jun/26</c:v>
                  </c:pt>
                  <c:pt idx="322">
                    <c:v>jun/26</c:v>
                  </c:pt>
                  <c:pt idx="323">
                    <c:v>jun/26</c:v>
                  </c:pt>
                  <c:pt idx="324">
                    <c:v>jul/26</c:v>
                  </c:pt>
                  <c:pt idx="325">
                    <c:v>jul/26</c:v>
                  </c:pt>
                  <c:pt idx="326">
                    <c:v>jul/26</c:v>
                  </c:pt>
                  <c:pt idx="327">
                    <c:v>jul/26</c:v>
                  </c:pt>
                  <c:pt idx="328">
                    <c:v>ago/26</c:v>
                  </c:pt>
                  <c:pt idx="329">
                    <c:v>ago/26</c:v>
                  </c:pt>
                  <c:pt idx="330">
                    <c:v>ago/26</c:v>
                  </c:pt>
                  <c:pt idx="331">
                    <c:v>ago/26</c:v>
                  </c:pt>
                  <c:pt idx="332">
                    <c:v>set/26</c:v>
                  </c:pt>
                  <c:pt idx="333">
                    <c:v>set/26</c:v>
                  </c:pt>
                  <c:pt idx="334">
                    <c:v>set/26</c:v>
                  </c:pt>
                  <c:pt idx="335">
                    <c:v>set/26</c:v>
                  </c:pt>
                  <c:pt idx="336">
                    <c:v>set/26</c:v>
                  </c:pt>
                  <c:pt idx="337">
                    <c:v>out/26</c:v>
                  </c:pt>
                  <c:pt idx="338">
                    <c:v>out/26</c:v>
                  </c:pt>
                  <c:pt idx="339">
                    <c:v>out/26</c:v>
                  </c:pt>
                </c:lvl>
              </c:multiLvlStrCache>
            </c:multiLvlStrRef>
          </c:cat>
          <c:val>
            <c:numRef>
              <c:f>Sheet1!$C$2:$C$341</c:f>
              <c:numCache>
                <c:formatCode>General</c:formatCode>
                <c:ptCount val="340"/>
                <c:pt idx="0">
                  <c:v>1.000342</c:v>
                </c:pt>
                <c:pt idx="1">
                  <c:v>1.001197</c:v>
                </c:pt>
                <c:pt idx="2">
                  <c:v>1.002053</c:v>
                </c:pt>
                <c:pt idx="3">
                  <c:v>1.002909</c:v>
                </c:pt>
                <c:pt idx="4">
                  <c:v>1.003766</c:v>
                </c:pt>
                <c:pt idx="5">
                  <c:v>1.004624</c:v>
                </c:pt>
                <c:pt idx="6">
                  <c:v>1.005435</c:v>
                </c:pt>
                <c:pt idx="7">
                  <c:v>1.006247</c:v>
                </c:pt>
                <c:pt idx="8">
                  <c:v>1.007059</c:v>
                </c:pt>
                <c:pt idx="9">
                  <c:v>1.007872</c:v>
                </c:pt>
                <c:pt idx="10">
                  <c:v>1.008685</c:v>
                </c:pt>
                <c:pt idx="11">
                  <c:v>1.009461</c:v>
                </c:pt>
                <c:pt idx="12">
                  <c:v>1.010179</c:v>
                </c:pt>
                <c:pt idx="13">
                  <c:v>1.010898</c:v>
                </c:pt>
                <c:pt idx="14">
                  <c:v>1.011617</c:v>
                </c:pt>
                <c:pt idx="15">
                  <c:v>1.012337</c:v>
                </c:pt>
                <c:pt idx="16">
                  <c:v>1.013057</c:v>
                </c:pt>
                <c:pt idx="17">
                  <c:v>1.013778</c:v>
                </c:pt>
                <c:pt idx="18">
                  <c:v>1.014353</c:v>
                </c:pt>
                <c:pt idx="19">
                  <c:v>1.014929</c:v>
                </c:pt>
                <c:pt idx="20">
                  <c:v>1.015505</c:v>
                </c:pt>
                <c:pt idx="21">
                  <c:v>1.016081</c:v>
                </c:pt>
                <c:pt idx="22">
                  <c:v>1.016657</c:v>
                </c:pt>
                <c:pt idx="23">
                  <c:v>1.017205</c:v>
                </c:pt>
                <c:pt idx="24">
                  <c:v>1.017634</c:v>
                </c:pt>
                <c:pt idx="25">
                  <c:v>1.018064</c:v>
                </c:pt>
                <c:pt idx="26">
                  <c:v>1.018493</c:v>
                </c:pt>
                <c:pt idx="27">
                  <c:v>1.018923</c:v>
                </c:pt>
                <c:pt idx="28">
                  <c:v>1.019354</c:v>
                </c:pt>
                <c:pt idx="29">
                  <c:v>1.019784</c:v>
                </c:pt>
                <c:pt idx="30">
                  <c:v>1.020204</c:v>
                </c:pt>
                <c:pt idx="31">
                  <c:v>1.020586</c:v>
                </c:pt>
                <c:pt idx="32">
                  <c:v>1.020967</c:v>
                </c:pt>
                <c:pt idx="33">
                  <c:v>1.021348</c:v>
                </c:pt>
                <c:pt idx="34">
                  <c:v>1.02173</c:v>
                </c:pt>
                <c:pt idx="35">
                  <c:v>1.022111</c:v>
                </c:pt>
                <c:pt idx="36">
                  <c:v>1.022493</c:v>
                </c:pt>
                <c:pt idx="37">
                  <c:v>1.022875</c:v>
                </c:pt>
                <c:pt idx="38">
                  <c:v>1.023257</c:v>
                </c:pt>
                <c:pt idx="39">
                  <c:v>1.023639</c:v>
                </c:pt>
                <c:pt idx="40">
                  <c:v>1.024021</c:v>
                </c:pt>
                <c:pt idx="41">
                  <c:v>1.024404</c:v>
                </c:pt>
                <c:pt idx="42">
                  <c:v>1.024787</c:v>
                </c:pt>
                <c:pt idx="43">
                  <c:v>1.025169</c:v>
                </c:pt>
                <c:pt idx="44">
                  <c:v>1.025552</c:v>
                </c:pt>
                <c:pt idx="45">
                  <c:v>1.026012</c:v>
                </c:pt>
                <c:pt idx="46">
                  <c:v>1.026395</c:v>
                </c:pt>
                <c:pt idx="47">
                  <c:v>1.026778</c:v>
                </c:pt>
                <c:pt idx="48">
                  <c:v>1.027162</c:v>
                </c:pt>
                <c:pt idx="49">
                  <c:v>1.027622</c:v>
                </c:pt>
                <c:pt idx="50">
                  <c:v>1.028083</c:v>
                </c:pt>
                <c:pt idx="51">
                  <c:v>1.028467</c:v>
                </c:pt>
                <c:pt idx="52">
                  <c:v>1.028851</c:v>
                </c:pt>
                <c:pt idx="53">
                  <c:v>1.029312</c:v>
                </c:pt>
                <c:pt idx="54">
                  <c:v>1.029697</c:v>
                </c:pt>
                <c:pt idx="55">
                  <c:v>1.030081</c:v>
                </c:pt>
                <c:pt idx="56">
                  <c:v>1.030466</c:v>
                </c:pt>
                <c:pt idx="57">
                  <c:v>1.030851</c:v>
                </c:pt>
                <c:pt idx="58">
                  <c:v>1.031236</c:v>
                </c:pt>
                <c:pt idx="59">
                  <c:v>1.031621</c:v>
                </c:pt>
                <c:pt idx="60">
                  <c:v>1.032066</c:v>
                </c:pt>
                <c:pt idx="61">
                  <c:v>1.032602</c:v>
                </c:pt>
                <c:pt idx="62">
                  <c:v>1.033138</c:v>
                </c:pt>
                <c:pt idx="63">
                  <c:v>1.033674</c:v>
                </c:pt>
                <c:pt idx="64">
                  <c:v>1.034211</c:v>
                </c:pt>
                <c:pt idx="65">
                  <c:v>1.034748</c:v>
                </c:pt>
                <c:pt idx="66">
                  <c:v>1.035285</c:v>
                </c:pt>
                <c:pt idx="67">
                  <c:v>1.035942</c:v>
                </c:pt>
                <c:pt idx="68">
                  <c:v>1.036629</c:v>
                </c:pt>
                <c:pt idx="69">
                  <c:v>1.037317</c:v>
                </c:pt>
                <c:pt idx="70">
                  <c:v>1.038006</c:v>
                </c:pt>
                <c:pt idx="71">
                  <c:v>1.038695</c:v>
                </c:pt>
                <c:pt idx="72">
                  <c:v>1.039384</c:v>
                </c:pt>
                <c:pt idx="73">
                  <c:v>1.040223</c:v>
                </c:pt>
                <c:pt idx="74">
                  <c:v>1.041062</c:v>
                </c:pt>
                <c:pt idx="75">
                  <c:v>1.041903</c:v>
                </c:pt>
                <c:pt idx="76">
                  <c:v>1.042912</c:v>
                </c:pt>
                <c:pt idx="77">
                  <c:v>1.043754</c:v>
                </c:pt>
                <c:pt idx="78">
                  <c:v>1.044596</c:v>
                </c:pt>
                <c:pt idx="79">
                  <c:v>1.045479</c:v>
                </c:pt>
                <c:pt idx="80">
                  <c:v>1.046521</c:v>
                </c:pt>
                <c:pt idx="81">
                  <c:v>1.047564</c:v>
                </c:pt>
                <c:pt idx="82">
                  <c:v>1.048609</c:v>
                </c:pt>
                <c:pt idx="83">
                  <c:v>1.049654</c:v>
                </c:pt>
                <c:pt idx="84">
                  <c:v>1.0507</c:v>
                </c:pt>
                <c:pt idx="85">
                  <c:v>1.051748</c:v>
                </c:pt>
                <c:pt idx="86">
                  <c:v>1.052875</c:v>
                </c:pt>
                <c:pt idx="87">
                  <c:v>1.054123</c:v>
                </c:pt>
                <c:pt idx="88">
                  <c:v>1.055372</c:v>
                </c:pt>
                <c:pt idx="89">
                  <c:v>1.056623</c:v>
                </c:pt>
                <c:pt idx="90">
                  <c:v>1.057875</c:v>
                </c:pt>
                <c:pt idx="91">
                  <c:v>1.059305</c:v>
                </c:pt>
                <c:pt idx="92">
                  <c:v>1.060855</c:v>
                </c:pt>
                <c:pt idx="93">
                  <c:v>1.062408</c:v>
                </c:pt>
                <c:pt idx="94">
                  <c:v>1.063963</c:v>
                </c:pt>
                <c:pt idx="95">
                  <c:v>1.06552</c:v>
                </c:pt>
                <c:pt idx="96">
                  <c:v>1.06708</c:v>
                </c:pt>
                <c:pt idx="97">
                  <c:v>1.068935</c:v>
                </c:pt>
                <c:pt idx="98">
                  <c:v>1.070794</c:v>
                </c:pt>
                <c:pt idx="99">
                  <c:v>1.073401</c:v>
                </c:pt>
                <c:pt idx="100">
                  <c:v>1.075267</c:v>
                </c:pt>
                <c:pt idx="101">
                  <c:v>1.077137</c:v>
                </c:pt>
                <c:pt idx="102">
                  <c:v>1.07901</c:v>
                </c:pt>
                <c:pt idx="103">
                  <c:v>1.080886</c:v>
                </c:pt>
                <c:pt idx="104">
                  <c:v>1.082882</c:v>
                </c:pt>
                <c:pt idx="105">
                  <c:v>1.085059</c:v>
                </c:pt>
                <c:pt idx="106">
                  <c:v>1.08724</c:v>
                </c:pt>
                <c:pt idx="107">
                  <c:v>1.089425</c:v>
                </c:pt>
                <c:pt idx="108">
                  <c:v>1.091615</c:v>
                </c:pt>
                <c:pt idx="109">
                  <c:v>1.093809</c:v>
                </c:pt>
                <c:pt idx="110">
                  <c:v>1.096164</c:v>
                </c:pt>
                <c:pt idx="111">
                  <c:v>1.098564</c:v>
                </c:pt>
                <c:pt idx="112">
                  <c:v>1.100968</c:v>
                </c:pt>
                <c:pt idx="113">
                  <c:v>1.103378</c:v>
                </c:pt>
                <c:pt idx="114">
                  <c:v>1.105793</c:v>
                </c:pt>
                <c:pt idx="115">
                  <c:v>1.108214</c:v>
                </c:pt>
                <c:pt idx="116">
                  <c:v>1.110679</c:v>
                </c:pt>
                <c:pt idx="117">
                  <c:v>1.113307</c:v>
                </c:pt>
                <c:pt idx="118">
                  <c:v>1.115941</c:v>
                </c:pt>
                <c:pt idx="119">
                  <c:v>1.118582</c:v>
                </c:pt>
                <c:pt idx="120">
                  <c:v>1.121228</c:v>
                </c:pt>
                <c:pt idx="121">
                  <c:v>1.123881</c:v>
                </c:pt>
                <c:pt idx="122">
                  <c:v>1.12656</c:v>
                </c:pt>
                <c:pt idx="123">
                  <c:v>1.129325</c:v>
                </c:pt>
                <c:pt idx="124">
                  <c:v>1.132097</c:v>
                </c:pt>
                <c:pt idx="125">
                  <c:v>1.134875</c:v>
                </c:pt>
                <c:pt idx="126">
                  <c:v>1.137661</c:v>
                </c:pt>
                <c:pt idx="127">
                  <c:v>1.140453</c:v>
                </c:pt>
                <c:pt idx="128">
                  <c:v>1.143252</c:v>
                </c:pt>
                <c:pt idx="129">
                  <c:v>1.146098</c:v>
                </c:pt>
                <c:pt idx="130">
                  <c:v>1.149011</c:v>
                </c:pt>
                <c:pt idx="131">
                  <c:v>1.151932</c:v>
                </c:pt>
                <c:pt idx="132">
                  <c:v>1.15486</c:v>
                </c:pt>
                <c:pt idx="133">
                  <c:v>1.157796</c:v>
                </c:pt>
                <c:pt idx="134">
                  <c:v>1.160739</c:v>
                </c:pt>
                <c:pt idx="135">
                  <c:v>1.163689</c:v>
                </c:pt>
                <c:pt idx="136">
                  <c:v>1.166647</c:v>
                </c:pt>
                <c:pt idx="137">
                  <c:v>1.169613</c:v>
                </c:pt>
                <c:pt idx="138">
                  <c:v>1.172586</c:v>
                </c:pt>
                <c:pt idx="139">
                  <c:v>1.175567</c:v>
                </c:pt>
                <c:pt idx="140">
                  <c:v>1.178555</c:v>
                </c:pt>
                <c:pt idx="141">
                  <c:v>1.181551</c:v>
                </c:pt>
                <c:pt idx="142">
                  <c:v>1.184554</c:v>
                </c:pt>
                <c:pt idx="143">
                  <c:v>1.187566</c:v>
                </c:pt>
                <c:pt idx="144">
                  <c:v>1.190584</c:v>
                </c:pt>
                <c:pt idx="145">
                  <c:v>1.193611</c:v>
                </c:pt>
                <c:pt idx="146">
                  <c:v>1.196645</c:v>
                </c:pt>
                <c:pt idx="147">
                  <c:v>1.199687</c:v>
                </c:pt>
                <c:pt idx="148">
                  <c:v>1.202736</c:v>
                </c:pt>
                <c:pt idx="149">
                  <c:v>1.206406</c:v>
                </c:pt>
                <c:pt idx="150">
                  <c:v>1.209473</c:v>
                </c:pt>
                <c:pt idx="151">
                  <c:v>1.212547</c:v>
                </c:pt>
                <c:pt idx="152">
                  <c:v>1.215629</c:v>
                </c:pt>
                <c:pt idx="153">
                  <c:v>1.21872</c:v>
                </c:pt>
                <c:pt idx="154">
                  <c:v>1.221818</c:v>
                </c:pt>
                <c:pt idx="155">
                  <c:v>1.224923</c:v>
                </c:pt>
                <c:pt idx="156">
                  <c:v>1.228037</c:v>
                </c:pt>
                <c:pt idx="157">
                  <c:v>1.231159</c:v>
                </c:pt>
                <c:pt idx="158">
                  <c:v>1.234288</c:v>
                </c:pt>
                <c:pt idx="159">
                  <c:v>1.237426</c:v>
                </c:pt>
                <c:pt idx="160">
                  <c:v>1.240571</c:v>
                </c:pt>
                <c:pt idx="161">
                  <c:v>1.243725</c:v>
                </c:pt>
                <c:pt idx="162">
                  <c:v>1.246886</c:v>
                </c:pt>
                <c:pt idx="163">
                  <c:v>1.250056</c:v>
                </c:pt>
                <c:pt idx="164">
                  <c:v>1.253234</c:v>
                </c:pt>
                <c:pt idx="165">
                  <c:v>1.256419</c:v>
                </c:pt>
                <c:pt idx="166">
                  <c:v>1.259613</c:v>
                </c:pt>
                <c:pt idx="167">
                  <c:v>1.262815</c:v>
                </c:pt>
                <c:pt idx="168">
                  <c:v>1.266025</c:v>
                </c:pt>
                <c:pt idx="169">
                  <c:v>1.269243</c:v>
                </c:pt>
                <c:pt idx="170">
                  <c:v>1.27247</c:v>
                </c:pt>
                <c:pt idx="171">
                  <c:v>1.275704</c:v>
                </c:pt>
                <c:pt idx="172">
                  <c:v>1.278947</c:v>
                </c:pt>
                <c:pt idx="173">
                  <c:v>1.282198</c:v>
                </c:pt>
                <c:pt idx="174">
                  <c:v>1.285457</c:v>
                </c:pt>
                <c:pt idx="175">
                  <c:v>1.288725</c:v>
                </c:pt>
                <c:pt idx="176">
                  <c:v>1.292001</c:v>
                </c:pt>
                <c:pt idx="177">
                  <c:v>1.295285</c:v>
                </c:pt>
                <c:pt idx="178">
                  <c:v>1.298578</c:v>
                </c:pt>
                <c:pt idx="179">
                  <c:v>1.30181</c:v>
                </c:pt>
                <c:pt idx="180">
                  <c:v>1.305005</c:v>
                </c:pt>
                <c:pt idx="181">
                  <c:v>1.308208</c:v>
                </c:pt>
                <c:pt idx="182">
                  <c:v>1.311419</c:v>
                </c:pt>
                <c:pt idx="183">
                  <c:v>1.314637</c:v>
                </c:pt>
                <c:pt idx="184">
                  <c:v>1.317864</c:v>
                </c:pt>
                <c:pt idx="185">
                  <c:v>1.321098</c:v>
                </c:pt>
                <c:pt idx="186">
                  <c:v>1.324248</c:v>
                </c:pt>
                <c:pt idx="187">
                  <c:v>1.327381</c:v>
                </c:pt>
                <c:pt idx="188">
                  <c:v>1.330522</c:v>
                </c:pt>
                <c:pt idx="189">
                  <c:v>1.33367</c:v>
                </c:pt>
                <c:pt idx="190">
                  <c:v>1.336826</c:v>
                </c:pt>
                <c:pt idx="191">
                  <c:v>1.339989</c:v>
                </c:pt>
                <c:pt idx="192">
                  <c:v>1.343041</c:v>
                </c:pt>
                <c:pt idx="193">
                  <c:v>1.3461</c:v>
                </c:pt>
                <c:pt idx="194">
                  <c:v>1.349166</c:v>
                </c:pt>
                <c:pt idx="195">
                  <c:v>1.352239</c:v>
                </c:pt>
                <c:pt idx="196">
                  <c:v>1.355319</c:v>
                </c:pt>
                <c:pt idx="197">
                  <c:v>1.358358</c:v>
                </c:pt>
                <c:pt idx="198">
                  <c:v>1.361331</c:v>
                </c:pt>
                <c:pt idx="199">
                  <c:v>1.364908</c:v>
                </c:pt>
                <c:pt idx="200">
                  <c:v>1.367895</c:v>
                </c:pt>
                <c:pt idx="201">
                  <c:v>1.37089</c:v>
                </c:pt>
                <c:pt idx="202">
                  <c:v>1.37389</c:v>
                </c:pt>
                <c:pt idx="203">
                  <c:v>1.376898</c:v>
                </c:pt>
                <c:pt idx="204">
                  <c:v>1.379788</c:v>
                </c:pt>
                <c:pt idx="205">
                  <c:v>1.382685</c:v>
                </c:pt>
                <c:pt idx="206">
                  <c:v>1.385589</c:v>
                </c:pt>
                <c:pt idx="207">
                  <c:v>1.388498</c:v>
                </c:pt>
                <c:pt idx="208">
                  <c:v>1.391413</c:v>
                </c:pt>
                <c:pt idx="209">
                  <c:v>1.394335</c:v>
                </c:pt>
                <c:pt idx="210">
                  <c:v>1.397212</c:v>
                </c:pt>
                <c:pt idx="211">
                  <c:v>1.400021</c:v>
                </c:pt>
                <c:pt idx="212">
                  <c:v>1.402835</c:v>
                </c:pt>
                <c:pt idx="213">
                  <c:v>1.405654</c:v>
                </c:pt>
                <c:pt idx="214">
                  <c:v>1.40848</c:v>
                </c:pt>
                <c:pt idx="215">
                  <c:v>1.411311</c:v>
                </c:pt>
                <c:pt idx="216">
                  <c:v>1.414148</c:v>
                </c:pt>
                <c:pt idx="217">
                  <c:v>1.416939</c:v>
                </c:pt>
                <c:pt idx="218">
                  <c:v>1.419723</c:v>
                </c:pt>
                <c:pt idx="219">
                  <c:v>1.422513</c:v>
                </c:pt>
                <c:pt idx="220">
                  <c:v>1.425309</c:v>
                </c:pt>
                <c:pt idx="221">
                  <c:v>1.428109</c:v>
                </c:pt>
                <c:pt idx="222">
                  <c:v>1.430916</c:v>
                </c:pt>
                <c:pt idx="223">
                  <c:v>1.433727</c:v>
                </c:pt>
                <c:pt idx="224">
                  <c:v>1.436545</c:v>
                </c:pt>
                <c:pt idx="225">
                  <c:v>1.439368</c:v>
                </c:pt>
                <c:pt idx="226">
                  <c:v>1.442196</c:v>
                </c:pt>
                <c:pt idx="227">
                  <c:v>1.44503</c:v>
                </c:pt>
                <c:pt idx="228">
                  <c:v>1.44787</c:v>
                </c:pt>
                <c:pt idx="229">
                  <c:v>1.450715</c:v>
                </c:pt>
                <c:pt idx="230">
                  <c:v>1.453565</c:v>
                </c:pt>
                <c:pt idx="231">
                  <c:v>1.456422</c:v>
                </c:pt>
                <c:pt idx="232">
                  <c:v>1.459284</c:v>
                </c:pt>
                <c:pt idx="233">
                  <c:v>1.462151</c:v>
                </c:pt>
                <c:pt idx="234">
                  <c:v>1.465024</c:v>
                </c:pt>
                <c:pt idx="235">
                  <c:v>1.467903</c:v>
                </c:pt>
                <c:pt idx="236">
                  <c:v>1.470854</c:v>
                </c:pt>
                <c:pt idx="237">
                  <c:v>1.47381</c:v>
                </c:pt>
                <c:pt idx="238">
                  <c:v>1.476773</c:v>
                </c:pt>
                <c:pt idx="239">
                  <c:v>1.479741</c:v>
                </c:pt>
                <c:pt idx="240">
                  <c:v>1.482715</c:v>
                </c:pt>
                <c:pt idx="241">
                  <c:v>1.485696</c:v>
                </c:pt>
                <c:pt idx="242">
                  <c:v>1.488682</c:v>
                </c:pt>
                <c:pt idx="243">
                  <c:v>1.491807</c:v>
                </c:pt>
                <c:pt idx="244">
                  <c:v>1.49494</c:v>
                </c:pt>
                <c:pt idx="245">
                  <c:v>1.498078</c:v>
                </c:pt>
                <c:pt idx="246">
                  <c:v>1.501224</c:v>
                </c:pt>
                <c:pt idx="247">
                  <c:v>1.504483</c:v>
                </c:pt>
                <c:pt idx="248">
                  <c:v>1.50791</c:v>
                </c:pt>
                <c:pt idx="249">
                  <c:v>1.51272</c:v>
                </c:pt>
                <c:pt idx="250">
                  <c:v>1.516166</c:v>
                </c:pt>
                <c:pt idx="251">
                  <c:v>1.519619</c:v>
                </c:pt>
                <c:pt idx="252">
                  <c:v>1.52308</c:v>
                </c:pt>
                <c:pt idx="253">
                  <c:v>1.526603</c:v>
                </c:pt>
                <c:pt idx="254">
                  <c:v>1.53035</c:v>
                </c:pt>
                <c:pt idx="255">
                  <c:v>1.534106</c:v>
                </c:pt>
                <c:pt idx="256">
                  <c:v>1.537871</c:v>
                </c:pt>
                <c:pt idx="257">
                  <c:v>1.541645</c:v>
                </c:pt>
                <c:pt idx="258">
                  <c:v>1.545429</c:v>
                </c:pt>
                <c:pt idx="259">
                  <c:v>1.549222</c:v>
                </c:pt>
                <c:pt idx="260">
                  <c:v>1.553187</c:v>
                </c:pt>
                <c:pt idx="261">
                  <c:v>1.55727</c:v>
                </c:pt>
                <c:pt idx="262">
                  <c:v>1.561365</c:v>
                </c:pt>
                <c:pt idx="263">
                  <c:v>1.56547</c:v>
                </c:pt>
                <c:pt idx="264">
                  <c:v>1.569586</c:v>
                </c:pt>
                <c:pt idx="265">
                  <c:v>1.573713</c:v>
                </c:pt>
                <c:pt idx="266">
                  <c:v>1.577879</c:v>
                </c:pt>
                <c:pt idx="267">
                  <c:v>1.582164</c:v>
                </c:pt>
                <c:pt idx="268">
                  <c:v>1.586462</c:v>
                </c:pt>
                <c:pt idx="269">
                  <c:v>1.590771</c:v>
                </c:pt>
                <c:pt idx="270">
                  <c:v>1.595092</c:v>
                </c:pt>
                <c:pt idx="271">
                  <c:v>1.599425</c:v>
                </c:pt>
                <c:pt idx="272">
                  <c:v>1.603783</c:v>
                </c:pt>
                <c:pt idx="273">
                  <c:v>1.608209</c:v>
                </c:pt>
                <c:pt idx="274">
                  <c:v>1.612647</c:v>
                </c:pt>
                <c:pt idx="275">
                  <c:v>1.617097</c:v>
                </c:pt>
                <c:pt idx="276">
                  <c:v>1.62156</c:v>
                </c:pt>
                <c:pt idx="277">
                  <c:v>1.626034</c:v>
                </c:pt>
                <c:pt idx="278">
                  <c:v>1.630522</c:v>
                </c:pt>
                <c:pt idx="279">
                  <c:v>1.635021</c:v>
                </c:pt>
                <c:pt idx="280">
                  <c:v>1.639533</c:v>
                </c:pt>
                <c:pt idx="281">
                  <c:v>1.644058</c:v>
                </c:pt>
                <c:pt idx="282">
                  <c:v>1.648595</c:v>
                </c:pt>
                <c:pt idx="283">
                  <c:v>1.653144</c:v>
                </c:pt>
                <c:pt idx="284">
                  <c:v>1.657706</c:v>
                </c:pt>
                <c:pt idx="285">
                  <c:v>1.662281</c:v>
                </c:pt>
                <c:pt idx="286">
                  <c:v>1.666868</c:v>
                </c:pt>
                <c:pt idx="287">
                  <c:v>1.671468</c:v>
                </c:pt>
                <c:pt idx="288">
                  <c:v>1.67608</c:v>
                </c:pt>
                <c:pt idx="289">
                  <c:v>1.680706</c:v>
                </c:pt>
                <c:pt idx="290">
                  <c:v>1.685344</c:v>
                </c:pt>
                <c:pt idx="291">
                  <c:v>1.689995</c:v>
                </c:pt>
                <c:pt idx="292">
                  <c:v>1.694658</c:v>
                </c:pt>
                <c:pt idx="293">
                  <c:v>1.699335</c:v>
                </c:pt>
                <c:pt idx="294">
                  <c:v>1.704024</c:v>
                </c:pt>
                <c:pt idx="295">
                  <c:v>1.708727</c:v>
                </c:pt>
                <c:pt idx="296">
                  <c:v>1.713442</c:v>
                </c:pt>
                <c:pt idx="297">
                  <c:v>1.71817</c:v>
                </c:pt>
                <c:pt idx="298">
                  <c:v>1.722912</c:v>
                </c:pt>
                <c:pt idx="299">
                  <c:v>1.729572</c:v>
                </c:pt>
                <c:pt idx="300">
                  <c:v>1.734345</c:v>
                </c:pt>
                <c:pt idx="301">
                  <c:v>1.739131</c:v>
                </c:pt>
                <c:pt idx="302">
                  <c:v>1.74393</c:v>
                </c:pt>
                <c:pt idx="303">
                  <c:v>1.748743</c:v>
                </c:pt>
                <c:pt idx="304">
                  <c:v>1.753569</c:v>
                </c:pt>
                <c:pt idx="305">
                  <c:v>1.758408</c:v>
                </c:pt>
                <c:pt idx="306">
                  <c:v>1.76326</c:v>
                </c:pt>
                <c:pt idx="307">
                  <c:v>1.768126</c:v>
                </c:pt>
                <c:pt idx="308">
                  <c:v>1.773005</c:v>
                </c:pt>
                <c:pt idx="309">
                  <c:v>1.777898</c:v>
                </c:pt>
                <c:pt idx="310">
                  <c:v>1.782743</c:v>
                </c:pt>
                <c:pt idx="311">
                  <c:v>1.787585</c:v>
                </c:pt>
                <c:pt idx="312">
                  <c:v>1.792441</c:v>
                </c:pt>
                <c:pt idx="313">
                  <c:v>1.797309</c:v>
                </c:pt>
                <c:pt idx="314">
                  <c:v>1.802191</c:v>
                </c:pt>
                <c:pt idx="315">
                  <c:v>1.807071</c:v>
                </c:pt>
                <c:pt idx="316">
                  <c:v>1.811901</c:v>
                </c:pt>
                <c:pt idx="317">
                  <c:v>1.816744</c:v>
                </c:pt>
                <c:pt idx="318">
                  <c:v>1.8216</c:v>
                </c:pt>
                <c:pt idx="319">
                  <c:v>1.826469</c:v>
                </c:pt>
                <c:pt idx="320">
                  <c:v>1.83135</c:v>
                </c:pt>
                <c:pt idx="321">
                  <c:v>1.836245</c:v>
                </c:pt>
                <c:pt idx="322">
                  <c:v>1.841105</c:v>
                </c:pt>
                <c:pt idx="323">
                  <c:v>1.845946</c:v>
                </c:pt>
                <c:pt idx="324">
                  <c:v>1.8508</c:v>
                </c:pt>
                <c:pt idx="325">
                  <c:v>1.855666</c:v>
                </c:pt>
                <c:pt idx="326">
                  <c:v>1.860545</c:v>
                </c:pt>
                <c:pt idx="327">
                  <c:v>1.865437</c:v>
                </c:pt>
                <c:pt idx="328">
                  <c:v>1.870342</c:v>
                </c:pt>
                <c:pt idx="329">
                  <c:v>1.875211</c:v>
                </c:pt>
                <c:pt idx="330">
                  <c:v>1.880059</c:v>
                </c:pt>
                <c:pt idx="331">
                  <c:v>1.884921</c:v>
                </c:pt>
                <c:pt idx="332">
                  <c:v>1.889794</c:v>
                </c:pt>
                <c:pt idx="333">
                  <c:v>1.894681</c:v>
                </c:pt>
                <c:pt idx="334">
                  <c:v>1.89958</c:v>
                </c:pt>
                <c:pt idx="335">
                  <c:v>1.904425</c:v>
                </c:pt>
                <c:pt idx="336">
                  <c:v>1.909266</c:v>
                </c:pt>
                <c:pt idx="337">
                  <c:v>1.91412</c:v>
                </c:pt>
                <c:pt idx="338">
                  <c:v>1.918985</c:v>
                </c:pt>
                <c:pt idx="339">
                  <c:v>1.91996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BOVA11</c:v>
                </c:pt>
              </c:strCache>
            </c:strRef>
          </c:tx>
          <c:spPr>
            <a:solidFill>
              <a:srgbClr val="B97400"/>
            </a:solidFill>
            <a:ln w="25400" cap="flat">
              <a:solidFill>
                <a:srgbClr val="B9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7400"/>
              </a:solidFill>
              <a:ln w="9525" cap="flat">
                <a:solidFill>
                  <a:srgbClr val="B9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Sheet1!$A$2:$A$341</c:f>
              <c:multiLvlStrCache>
                <c:ptCount val="340"/>
                <c:lvl>
                  <c:pt idx="0">
                    <c:v>jan/20</c:v>
                  </c:pt>
                  <c:pt idx="1">
                    <c:v>jan/20</c:v>
                  </c:pt>
                  <c:pt idx="2">
                    <c:v>jan/20</c:v>
                  </c:pt>
                  <c:pt idx="3">
                    <c:v>jan/20</c:v>
                  </c:pt>
                  <c:pt idx="4">
                    <c:v>jan/20</c:v>
                  </c:pt>
                  <c:pt idx="5">
                    <c:v>fev/20</c:v>
                  </c:pt>
                  <c:pt idx="6">
                    <c:v>fev/20</c:v>
                  </c:pt>
                  <c:pt idx="7">
                    <c:v>fev/20</c:v>
                  </c:pt>
                  <c:pt idx="8">
                    <c:v>mar/20</c:v>
                  </c:pt>
                  <c:pt idx="9">
                    <c:v>mar/20</c:v>
                  </c:pt>
                  <c:pt idx="10">
                    <c:v>mar/20</c:v>
                  </c:pt>
                  <c:pt idx="11">
                    <c:v>mar/20</c:v>
                  </c:pt>
                  <c:pt idx="12">
                    <c:v>mar/20</c:v>
                  </c:pt>
                  <c:pt idx="13">
                    <c:v>abr/20</c:v>
                  </c:pt>
                  <c:pt idx="14">
                    <c:v>abr/20</c:v>
                  </c:pt>
                  <c:pt idx="15">
                    <c:v>abr/20</c:v>
                  </c:pt>
                  <c:pt idx="16">
                    <c:v>abr/20</c:v>
                  </c:pt>
                  <c:pt idx="17">
                    <c:v>mai/20</c:v>
                  </c:pt>
                  <c:pt idx="18">
                    <c:v>mai/20</c:v>
                  </c:pt>
                  <c:pt idx="19">
                    <c:v>mai/20</c:v>
                  </c:pt>
                  <c:pt idx="20">
                    <c:v>mai/20</c:v>
                  </c:pt>
                  <c:pt idx="21">
                    <c:v>jun/20</c:v>
                  </c:pt>
                  <c:pt idx="22">
                    <c:v>jun/20</c:v>
                  </c:pt>
                  <c:pt idx="23">
                    <c:v>jun/20</c:v>
                  </c:pt>
                  <c:pt idx="24">
                    <c:v>jun/20</c:v>
                  </c:pt>
                  <c:pt idx="25">
                    <c:v>jul/20</c:v>
                  </c:pt>
                  <c:pt idx="26">
                    <c:v>jul/20</c:v>
                  </c:pt>
                  <c:pt idx="27">
                    <c:v>jul/20</c:v>
                  </c:pt>
                  <c:pt idx="28">
                    <c:v>jul/20</c:v>
                  </c:pt>
                  <c:pt idx="29">
                    <c:v>jul/20</c:v>
                  </c:pt>
                  <c:pt idx="30">
                    <c:v>ago/20</c:v>
                  </c:pt>
                  <c:pt idx="31">
                    <c:v>ago/20</c:v>
                  </c:pt>
                  <c:pt idx="32">
                    <c:v>ago/20</c:v>
                  </c:pt>
                  <c:pt idx="33">
                    <c:v>ago/20</c:v>
                  </c:pt>
                  <c:pt idx="34">
                    <c:v>set/20</c:v>
                  </c:pt>
                  <c:pt idx="35">
                    <c:v>set/20</c:v>
                  </c:pt>
                  <c:pt idx="36">
                    <c:v>set/20</c:v>
                  </c:pt>
                  <c:pt idx="37">
                    <c:v>set/20</c:v>
                  </c:pt>
                  <c:pt idx="38">
                    <c:v>out/20</c:v>
                  </c:pt>
                  <c:pt idx="39">
                    <c:v>out/20</c:v>
                  </c:pt>
                  <c:pt idx="40">
                    <c:v>out/20</c:v>
                  </c:pt>
                  <c:pt idx="41">
                    <c:v>out/20</c:v>
                  </c:pt>
                  <c:pt idx="42">
                    <c:v>nov/20</c:v>
                  </c:pt>
                  <c:pt idx="43">
                    <c:v>nov/20</c:v>
                  </c:pt>
                  <c:pt idx="44">
                    <c:v>nov/20</c:v>
                  </c:pt>
                  <c:pt idx="45">
                    <c:v>nov/20</c:v>
                  </c:pt>
                  <c:pt idx="46">
                    <c:v>dez/20</c:v>
                  </c:pt>
                  <c:pt idx="47">
                    <c:v>dez/20</c:v>
                  </c:pt>
                  <c:pt idx="48">
                    <c:v>dez/20</c:v>
                  </c:pt>
                  <c:pt idx="49">
                    <c:v>dez/20</c:v>
                  </c:pt>
                  <c:pt idx="50">
                    <c:v>jan/21</c:v>
                  </c:pt>
                  <c:pt idx="51">
                    <c:v>jan/21</c:v>
                  </c:pt>
                  <c:pt idx="52">
                    <c:v>jan/21</c:v>
                  </c:pt>
                  <c:pt idx="53">
                    <c:v>jan/21</c:v>
                  </c:pt>
                  <c:pt idx="54">
                    <c:v>fev/21</c:v>
                  </c:pt>
                  <c:pt idx="55">
                    <c:v>fev/21</c:v>
                  </c:pt>
                  <c:pt idx="56">
                    <c:v>fev/21</c:v>
                  </c:pt>
                  <c:pt idx="57">
                    <c:v>mar/21</c:v>
                  </c:pt>
                  <c:pt idx="58">
                    <c:v>mar/21</c:v>
                  </c:pt>
                  <c:pt idx="59">
                    <c:v>mar/21</c:v>
                  </c:pt>
                  <c:pt idx="60">
                    <c:v>mar/21</c:v>
                  </c:pt>
                  <c:pt idx="61">
                    <c:v>mar/21</c:v>
                  </c:pt>
                  <c:pt idx="62">
                    <c:v>abr/21</c:v>
                  </c:pt>
                  <c:pt idx="63">
                    <c:v>abr/21</c:v>
                  </c:pt>
                  <c:pt idx="64">
                    <c:v>abr/21</c:v>
                  </c:pt>
                  <c:pt idx="65">
                    <c:v>abr/21</c:v>
                  </c:pt>
                  <c:pt idx="66">
                    <c:v>mai/21</c:v>
                  </c:pt>
                  <c:pt idx="67">
                    <c:v>mai/21</c:v>
                  </c:pt>
                  <c:pt idx="68">
                    <c:v>mai/21</c:v>
                  </c:pt>
                  <c:pt idx="69">
                    <c:v>mai/21</c:v>
                  </c:pt>
                  <c:pt idx="70">
                    <c:v>jun/21</c:v>
                  </c:pt>
                  <c:pt idx="71">
                    <c:v>jun/21</c:v>
                  </c:pt>
                  <c:pt idx="72">
                    <c:v>jun/21</c:v>
                  </c:pt>
                  <c:pt idx="73">
                    <c:v>jun/21</c:v>
                  </c:pt>
                  <c:pt idx="74">
                    <c:v>jul/21</c:v>
                  </c:pt>
                  <c:pt idx="75">
                    <c:v>jul/21</c:v>
                  </c:pt>
                  <c:pt idx="76">
                    <c:v>jul/21</c:v>
                  </c:pt>
                  <c:pt idx="77">
                    <c:v>jul/21</c:v>
                  </c:pt>
                  <c:pt idx="78">
                    <c:v>jul/21</c:v>
                  </c:pt>
                  <c:pt idx="79">
                    <c:v>ago/21</c:v>
                  </c:pt>
                  <c:pt idx="80">
                    <c:v>ago/21</c:v>
                  </c:pt>
                  <c:pt idx="81">
                    <c:v>ago/21</c:v>
                  </c:pt>
                  <c:pt idx="82">
                    <c:v>ago/21</c:v>
                  </c:pt>
                  <c:pt idx="83">
                    <c:v>set/21</c:v>
                  </c:pt>
                  <c:pt idx="84">
                    <c:v>set/21</c:v>
                  </c:pt>
                  <c:pt idx="85">
                    <c:v>set/21</c:v>
                  </c:pt>
                  <c:pt idx="86">
                    <c:v>set/21</c:v>
                  </c:pt>
                  <c:pt idx="87">
                    <c:v>out/21</c:v>
                  </c:pt>
                  <c:pt idx="88">
                    <c:v>out/21</c:v>
                  </c:pt>
                  <c:pt idx="89">
                    <c:v>out/21</c:v>
                  </c:pt>
                  <c:pt idx="90">
                    <c:v>out/21</c:v>
                  </c:pt>
                  <c:pt idx="91">
                    <c:v>nov/21</c:v>
                  </c:pt>
                  <c:pt idx="92">
                    <c:v>nov/21</c:v>
                  </c:pt>
                  <c:pt idx="93">
                    <c:v>nov/21</c:v>
                  </c:pt>
                  <c:pt idx="94">
                    <c:v>nov/21</c:v>
                  </c:pt>
                  <c:pt idx="95">
                    <c:v>dez/21</c:v>
                  </c:pt>
                  <c:pt idx="96">
                    <c:v>dez/21</c:v>
                  </c:pt>
                  <c:pt idx="97">
                    <c:v>dez/21</c:v>
                  </c:pt>
                  <c:pt idx="98">
                    <c:v>dez/21</c:v>
                  </c:pt>
                  <c:pt idx="99">
                    <c:v>jan/22</c:v>
                  </c:pt>
                  <c:pt idx="100">
                    <c:v>jan/22</c:v>
                  </c:pt>
                  <c:pt idx="101">
                    <c:v>jan/22</c:v>
                  </c:pt>
                  <c:pt idx="102">
                    <c:v>jan/22</c:v>
                  </c:pt>
                  <c:pt idx="103">
                    <c:v>jan/22</c:v>
                  </c:pt>
                  <c:pt idx="104">
                    <c:v>fev/22</c:v>
                  </c:pt>
                  <c:pt idx="105">
                    <c:v>fev/22</c:v>
                  </c:pt>
                  <c:pt idx="106">
                    <c:v>fev/22</c:v>
                  </c:pt>
                  <c:pt idx="107">
                    <c:v>mar/22</c:v>
                  </c:pt>
                  <c:pt idx="108">
                    <c:v>mar/22</c:v>
                  </c:pt>
                  <c:pt idx="109">
                    <c:v>mar/22</c:v>
                  </c:pt>
                  <c:pt idx="110">
                    <c:v>mar/22</c:v>
                  </c:pt>
                  <c:pt idx="111">
                    <c:v>mar/22</c:v>
                  </c:pt>
                  <c:pt idx="112">
                    <c:v>abr/22</c:v>
                  </c:pt>
                  <c:pt idx="113">
                    <c:v>abr/22</c:v>
                  </c:pt>
                  <c:pt idx="114">
                    <c:v>abr/22</c:v>
                  </c:pt>
                  <c:pt idx="115">
                    <c:v>abr/22</c:v>
                  </c:pt>
                  <c:pt idx="116">
                    <c:v>mai/22</c:v>
                  </c:pt>
                  <c:pt idx="117">
                    <c:v>mai/22</c:v>
                  </c:pt>
                  <c:pt idx="118">
                    <c:v>mai/22</c:v>
                  </c:pt>
                  <c:pt idx="119">
                    <c:v>mai/22</c:v>
                  </c:pt>
                  <c:pt idx="120">
                    <c:v>jun/22</c:v>
                  </c:pt>
                  <c:pt idx="121">
                    <c:v>jun/22</c:v>
                  </c:pt>
                  <c:pt idx="122">
                    <c:v>jun/22</c:v>
                  </c:pt>
                  <c:pt idx="123">
                    <c:v>jun/22</c:v>
                  </c:pt>
                  <c:pt idx="124">
                    <c:v>jul/22</c:v>
                  </c:pt>
                  <c:pt idx="125">
                    <c:v>jul/22</c:v>
                  </c:pt>
                  <c:pt idx="126">
                    <c:v>jul/22</c:v>
                  </c:pt>
                  <c:pt idx="127">
                    <c:v>jul/22</c:v>
                  </c:pt>
                  <c:pt idx="128">
                    <c:v>ago/22</c:v>
                  </c:pt>
                  <c:pt idx="129">
                    <c:v>ago/22</c:v>
                  </c:pt>
                  <c:pt idx="130">
                    <c:v>ago/22</c:v>
                  </c:pt>
                  <c:pt idx="131">
                    <c:v>ago/22</c:v>
                  </c:pt>
                  <c:pt idx="132">
                    <c:v>ago/22</c:v>
                  </c:pt>
                  <c:pt idx="133">
                    <c:v>set/22</c:v>
                  </c:pt>
                  <c:pt idx="134">
                    <c:v>set/22</c:v>
                  </c:pt>
                  <c:pt idx="135">
                    <c:v>set/22</c:v>
                  </c:pt>
                  <c:pt idx="136">
                    <c:v>set/22</c:v>
                  </c:pt>
                  <c:pt idx="137">
                    <c:v>out/22</c:v>
                  </c:pt>
                  <c:pt idx="138">
                    <c:v>out/22</c:v>
                  </c:pt>
                  <c:pt idx="139">
                    <c:v>out/22</c:v>
                  </c:pt>
                  <c:pt idx="140">
                    <c:v>out/22</c:v>
                  </c:pt>
                  <c:pt idx="141">
                    <c:v>nov/22</c:v>
                  </c:pt>
                  <c:pt idx="142">
                    <c:v>nov/22</c:v>
                  </c:pt>
                  <c:pt idx="143">
                    <c:v>nov/22</c:v>
                  </c:pt>
                  <c:pt idx="144">
                    <c:v>nov/22</c:v>
                  </c:pt>
                  <c:pt idx="145">
                    <c:v>dez/22</c:v>
                  </c:pt>
                  <c:pt idx="146">
                    <c:v>dez/22</c:v>
                  </c:pt>
                  <c:pt idx="147">
                    <c:v>dez/22</c:v>
                  </c:pt>
                  <c:pt idx="148">
                    <c:v>dez/22</c:v>
                  </c:pt>
                  <c:pt idx="149">
                    <c:v>jan/23</c:v>
                  </c:pt>
                  <c:pt idx="150">
                    <c:v>jan/23</c:v>
                  </c:pt>
                  <c:pt idx="151">
                    <c:v>jan/23</c:v>
                  </c:pt>
                  <c:pt idx="152">
                    <c:v>jan/23</c:v>
                  </c:pt>
                  <c:pt idx="153">
                    <c:v>jan/23</c:v>
                  </c:pt>
                  <c:pt idx="154">
                    <c:v>fev/23</c:v>
                  </c:pt>
                  <c:pt idx="155">
                    <c:v>fev/23</c:v>
                  </c:pt>
                  <c:pt idx="156">
                    <c:v>fev/23</c:v>
                  </c:pt>
                  <c:pt idx="157">
                    <c:v>mar/23</c:v>
                  </c:pt>
                  <c:pt idx="158">
                    <c:v>mar/23</c:v>
                  </c:pt>
                  <c:pt idx="159">
                    <c:v>mar/23</c:v>
                  </c:pt>
                  <c:pt idx="160">
                    <c:v>mar/23</c:v>
                  </c:pt>
                  <c:pt idx="161">
                    <c:v>mar/23</c:v>
                  </c:pt>
                  <c:pt idx="162">
                    <c:v>abr/23</c:v>
                  </c:pt>
                  <c:pt idx="163">
                    <c:v>abr/23</c:v>
                  </c:pt>
                  <c:pt idx="164">
                    <c:v>abr/23</c:v>
                  </c:pt>
                  <c:pt idx="165">
                    <c:v>abr/23</c:v>
                  </c:pt>
                  <c:pt idx="166">
                    <c:v>mai/23</c:v>
                  </c:pt>
                  <c:pt idx="167">
                    <c:v>mai/23</c:v>
                  </c:pt>
                  <c:pt idx="168">
                    <c:v>mai/23</c:v>
                  </c:pt>
                  <c:pt idx="169">
                    <c:v>mai/23</c:v>
                  </c:pt>
                  <c:pt idx="170">
                    <c:v>jun/23</c:v>
                  </c:pt>
                  <c:pt idx="171">
                    <c:v>jun/23</c:v>
                  </c:pt>
                  <c:pt idx="172">
                    <c:v>jun/23</c:v>
                  </c:pt>
                  <c:pt idx="173">
                    <c:v>jun/23</c:v>
                  </c:pt>
                  <c:pt idx="174">
                    <c:v>jul/23</c:v>
                  </c:pt>
                  <c:pt idx="175">
                    <c:v>jul/23</c:v>
                  </c:pt>
                  <c:pt idx="176">
                    <c:v>jul/23</c:v>
                  </c:pt>
                  <c:pt idx="177">
                    <c:v>jul/23</c:v>
                  </c:pt>
                  <c:pt idx="178">
                    <c:v>ago/23</c:v>
                  </c:pt>
                  <c:pt idx="179">
                    <c:v>ago/23</c:v>
                  </c:pt>
                  <c:pt idx="180">
                    <c:v>ago/23</c:v>
                  </c:pt>
                  <c:pt idx="181">
                    <c:v>ago/23</c:v>
                  </c:pt>
                  <c:pt idx="182">
                    <c:v>ago/23</c:v>
                  </c:pt>
                  <c:pt idx="183">
                    <c:v>set/23</c:v>
                  </c:pt>
                  <c:pt idx="184">
                    <c:v>set/23</c:v>
                  </c:pt>
                  <c:pt idx="185">
                    <c:v>set/23</c:v>
                  </c:pt>
                  <c:pt idx="186">
                    <c:v>set/23</c:v>
                  </c:pt>
                  <c:pt idx="187">
                    <c:v>out/23</c:v>
                  </c:pt>
                  <c:pt idx="188">
                    <c:v>out/23</c:v>
                  </c:pt>
                  <c:pt idx="189">
                    <c:v>out/23</c:v>
                  </c:pt>
                  <c:pt idx="190">
                    <c:v>out/23</c:v>
                  </c:pt>
                  <c:pt idx="191">
                    <c:v>nov/23</c:v>
                  </c:pt>
                  <c:pt idx="192">
                    <c:v>nov/23</c:v>
                  </c:pt>
                  <c:pt idx="193">
                    <c:v>nov/23</c:v>
                  </c:pt>
                  <c:pt idx="194">
                    <c:v>nov/23</c:v>
                  </c:pt>
                  <c:pt idx="195">
                    <c:v>dez/23</c:v>
                  </c:pt>
                  <c:pt idx="196">
                    <c:v>dez/23</c:v>
                  </c:pt>
                  <c:pt idx="197">
                    <c:v>dez/23</c:v>
                  </c:pt>
                  <c:pt idx="198">
                    <c:v>dez/23</c:v>
                  </c:pt>
                  <c:pt idx="199">
                    <c:v>jan/24</c:v>
                  </c:pt>
                  <c:pt idx="200">
                    <c:v>jan/24</c:v>
                  </c:pt>
                  <c:pt idx="201">
                    <c:v>jan/24</c:v>
                  </c:pt>
                  <c:pt idx="202">
                    <c:v>jan/24</c:v>
                  </c:pt>
                  <c:pt idx="203">
                    <c:v>fev/24</c:v>
                  </c:pt>
                  <c:pt idx="204">
                    <c:v>fev/24</c:v>
                  </c:pt>
                  <c:pt idx="205">
                    <c:v>fev/24</c:v>
                  </c:pt>
                  <c:pt idx="206">
                    <c:v>fev/24</c:v>
                  </c:pt>
                  <c:pt idx="207">
                    <c:v>mar/24</c:v>
                  </c:pt>
                  <c:pt idx="208">
                    <c:v>mar/24</c:v>
                  </c:pt>
                  <c:pt idx="209">
                    <c:v>mar/24</c:v>
                  </c:pt>
                  <c:pt idx="210">
                    <c:v>mar/24</c:v>
                  </c:pt>
                  <c:pt idx="211">
                    <c:v>abr/24</c:v>
                  </c:pt>
                  <c:pt idx="212">
                    <c:v>abr/24</c:v>
                  </c:pt>
                  <c:pt idx="213">
                    <c:v>abr/24</c:v>
                  </c:pt>
                  <c:pt idx="214">
                    <c:v>abr/24</c:v>
                  </c:pt>
                  <c:pt idx="215">
                    <c:v>abr/24</c:v>
                  </c:pt>
                  <c:pt idx="216">
                    <c:v>mai/24</c:v>
                  </c:pt>
                  <c:pt idx="217">
                    <c:v>mai/24</c:v>
                  </c:pt>
                  <c:pt idx="218">
                    <c:v>mai/24</c:v>
                  </c:pt>
                  <c:pt idx="219">
                    <c:v>mai/24</c:v>
                  </c:pt>
                  <c:pt idx="220">
                    <c:v>jun/24</c:v>
                  </c:pt>
                  <c:pt idx="221">
                    <c:v>jun/24</c:v>
                  </c:pt>
                  <c:pt idx="222">
                    <c:v>jun/24</c:v>
                  </c:pt>
                  <c:pt idx="223">
                    <c:v>jun/24</c:v>
                  </c:pt>
                  <c:pt idx="224">
                    <c:v>jul/24</c:v>
                  </c:pt>
                  <c:pt idx="225">
                    <c:v>jul/24</c:v>
                  </c:pt>
                  <c:pt idx="226">
                    <c:v>jul/24</c:v>
                  </c:pt>
                  <c:pt idx="227">
                    <c:v>jul/24</c:v>
                  </c:pt>
                  <c:pt idx="228">
                    <c:v>ago/24</c:v>
                  </c:pt>
                  <c:pt idx="229">
                    <c:v>ago/24</c:v>
                  </c:pt>
                  <c:pt idx="230">
                    <c:v>ago/24</c:v>
                  </c:pt>
                  <c:pt idx="231">
                    <c:v>ago/24</c:v>
                  </c:pt>
                  <c:pt idx="232">
                    <c:v>ago/24</c:v>
                  </c:pt>
                  <c:pt idx="233">
                    <c:v>set/24</c:v>
                  </c:pt>
                  <c:pt idx="234">
                    <c:v>set/24</c:v>
                  </c:pt>
                  <c:pt idx="235">
                    <c:v>set/24</c:v>
                  </c:pt>
                  <c:pt idx="236">
                    <c:v>set/24</c:v>
                  </c:pt>
                  <c:pt idx="237">
                    <c:v>out/24</c:v>
                  </c:pt>
                  <c:pt idx="238">
                    <c:v>out/24</c:v>
                  </c:pt>
                  <c:pt idx="239">
                    <c:v>out/24</c:v>
                  </c:pt>
                  <c:pt idx="240">
                    <c:v>out/24</c:v>
                  </c:pt>
                  <c:pt idx="241">
                    <c:v>out/24</c:v>
                  </c:pt>
                  <c:pt idx="242">
                    <c:v>nov/24</c:v>
                  </c:pt>
                  <c:pt idx="243">
                    <c:v>nov/24</c:v>
                  </c:pt>
                  <c:pt idx="244">
                    <c:v>nov/24</c:v>
                  </c:pt>
                  <c:pt idx="245">
                    <c:v>dez/24</c:v>
                  </c:pt>
                  <c:pt idx="246">
                    <c:v>dez/24</c:v>
                  </c:pt>
                  <c:pt idx="247">
                    <c:v>dez/24</c:v>
                  </c:pt>
                  <c:pt idx="248">
                    <c:v>dez/24</c:v>
                  </c:pt>
                  <c:pt idx="249">
                    <c:v>jan/25</c:v>
                  </c:pt>
                  <c:pt idx="250">
                    <c:v>jan/25</c:v>
                  </c:pt>
                  <c:pt idx="251">
                    <c:v>jan/25</c:v>
                  </c:pt>
                  <c:pt idx="252">
                    <c:v>jan/25</c:v>
                  </c:pt>
                  <c:pt idx="253">
                    <c:v>jan/25</c:v>
                  </c:pt>
                  <c:pt idx="254">
                    <c:v>fev/25</c:v>
                  </c:pt>
                  <c:pt idx="255">
                    <c:v>fev/25</c:v>
                  </c:pt>
                  <c:pt idx="256">
                    <c:v>fev/25</c:v>
                  </c:pt>
                  <c:pt idx="257">
                    <c:v>fev/25</c:v>
                  </c:pt>
                  <c:pt idx="258">
                    <c:v>mar/25</c:v>
                  </c:pt>
                  <c:pt idx="259">
                    <c:v>mar/25</c:v>
                  </c:pt>
                  <c:pt idx="260">
                    <c:v>mar/25</c:v>
                  </c:pt>
                  <c:pt idx="261">
                    <c:v>abr/25</c:v>
                  </c:pt>
                  <c:pt idx="262">
                    <c:v>abr/25</c:v>
                  </c:pt>
                  <c:pt idx="263">
                    <c:v>abr/25</c:v>
                  </c:pt>
                  <c:pt idx="264">
                    <c:v>abr/25</c:v>
                  </c:pt>
                  <c:pt idx="265">
                    <c:v>mai/25</c:v>
                  </c:pt>
                  <c:pt idx="266">
                    <c:v>mai/25</c:v>
                  </c:pt>
                  <c:pt idx="267">
                    <c:v>mai/25</c:v>
                  </c:pt>
                  <c:pt idx="268">
                    <c:v>mai/25</c:v>
                  </c:pt>
                  <c:pt idx="269">
                    <c:v>mai/25</c:v>
                  </c:pt>
                  <c:pt idx="270">
                    <c:v>jun/25</c:v>
                  </c:pt>
                  <c:pt idx="271">
                    <c:v>jun/25</c:v>
                  </c:pt>
                  <c:pt idx="272">
                    <c:v>jun/25</c:v>
                  </c:pt>
                  <c:pt idx="273">
                    <c:v>jun/25</c:v>
                  </c:pt>
                  <c:pt idx="274">
                    <c:v>jul/25</c:v>
                  </c:pt>
                  <c:pt idx="275">
                    <c:v>jul/25</c:v>
                  </c:pt>
                  <c:pt idx="276">
                    <c:v>jul/25</c:v>
                  </c:pt>
                  <c:pt idx="277">
                    <c:v>jul/25</c:v>
                  </c:pt>
                  <c:pt idx="278">
                    <c:v>ago/25</c:v>
                  </c:pt>
                  <c:pt idx="279">
                    <c:v>ago/25</c:v>
                  </c:pt>
                  <c:pt idx="280">
                    <c:v>ago/25</c:v>
                  </c:pt>
                  <c:pt idx="281">
                    <c:v>ago/25</c:v>
                  </c:pt>
                  <c:pt idx="282">
                    <c:v>set/25</c:v>
                  </c:pt>
                  <c:pt idx="283">
                    <c:v>set/25</c:v>
                  </c:pt>
                  <c:pt idx="284">
                    <c:v>set/25</c:v>
                  </c:pt>
                  <c:pt idx="285">
                    <c:v>set/25</c:v>
                  </c:pt>
                  <c:pt idx="286">
                    <c:v>set/25</c:v>
                  </c:pt>
                  <c:pt idx="287">
                    <c:v>out/25</c:v>
                  </c:pt>
                  <c:pt idx="288">
                    <c:v>out/25</c:v>
                  </c:pt>
                  <c:pt idx="289">
                    <c:v>out/25</c:v>
                  </c:pt>
                  <c:pt idx="290">
                    <c:v>out/25</c:v>
                  </c:pt>
                  <c:pt idx="291">
                    <c:v>nov/25</c:v>
                  </c:pt>
                  <c:pt idx="292">
                    <c:v>nov/25</c:v>
                  </c:pt>
                  <c:pt idx="293">
                    <c:v>nov/25</c:v>
                  </c:pt>
                  <c:pt idx="294">
                    <c:v>nov/25</c:v>
                  </c:pt>
                  <c:pt idx="295">
                    <c:v>dez/25</c:v>
                  </c:pt>
                  <c:pt idx="296">
                    <c:v>dez/25</c:v>
                  </c:pt>
                  <c:pt idx="297">
                    <c:v>dez/25</c:v>
                  </c:pt>
                  <c:pt idx="298">
                    <c:v>dez/25</c:v>
                  </c:pt>
                  <c:pt idx="299">
                    <c:v>jan/26</c:v>
                  </c:pt>
                  <c:pt idx="300">
                    <c:v>jan/26</c:v>
                  </c:pt>
                  <c:pt idx="301">
                    <c:v>jan/26</c:v>
                  </c:pt>
                  <c:pt idx="302">
                    <c:v>jan/26</c:v>
                  </c:pt>
                  <c:pt idx="303">
                    <c:v>fev/26</c:v>
                  </c:pt>
                  <c:pt idx="304">
                    <c:v>fev/26</c:v>
                  </c:pt>
                  <c:pt idx="305">
                    <c:v>fev/26</c:v>
                  </c:pt>
                  <c:pt idx="306">
                    <c:v>fev/26</c:v>
                  </c:pt>
                  <c:pt idx="307">
                    <c:v>mar/26</c:v>
                  </c:pt>
                  <c:pt idx="308">
                    <c:v>mar/26</c:v>
                  </c:pt>
                  <c:pt idx="309">
                    <c:v>mar/26</c:v>
                  </c:pt>
                  <c:pt idx="310">
                    <c:v>mar/26</c:v>
                  </c:pt>
                  <c:pt idx="311">
                    <c:v>abr/26</c:v>
                  </c:pt>
                  <c:pt idx="312">
                    <c:v>abr/26</c:v>
                  </c:pt>
                  <c:pt idx="313">
                    <c:v>abr/26</c:v>
                  </c:pt>
                  <c:pt idx="314">
                    <c:v>abr/26</c:v>
                  </c:pt>
                  <c:pt idx="315">
                    <c:v>mai/26</c:v>
                  </c:pt>
                  <c:pt idx="316">
                    <c:v>mai/26</c:v>
                  </c:pt>
                  <c:pt idx="317">
                    <c:v>mai/26</c:v>
                  </c:pt>
                  <c:pt idx="318">
                    <c:v>mai/26</c:v>
                  </c:pt>
                  <c:pt idx="319">
                    <c:v>jun/26</c:v>
                  </c:pt>
                  <c:pt idx="320">
                    <c:v>jun/26</c:v>
                  </c:pt>
                  <c:pt idx="321">
                    <c:v>jun/26</c:v>
                  </c:pt>
                  <c:pt idx="322">
                    <c:v>jun/26</c:v>
                  </c:pt>
                  <c:pt idx="323">
                    <c:v>jun/26</c:v>
                  </c:pt>
                  <c:pt idx="324">
                    <c:v>jul/26</c:v>
                  </c:pt>
                  <c:pt idx="325">
                    <c:v>jul/26</c:v>
                  </c:pt>
                  <c:pt idx="326">
                    <c:v>jul/26</c:v>
                  </c:pt>
                  <c:pt idx="327">
                    <c:v>jul/26</c:v>
                  </c:pt>
                  <c:pt idx="328">
                    <c:v>ago/26</c:v>
                  </c:pt>
                  <c:pt idx="329">
                    <c:v>ago/26</c:v>
                  </c:pt>
                  <c:pt idx="330">
                    <c:v>ago/26</c:v>
                  </c:pt>
                  <c:pt idx="331">
                    <c:v>ago/26</c:v>
                  </c:pt>
                  <c:pt idx="332">
                    <c:v>set/26</c:v>
                  </c:pt>
                  <c:pt idx="333">
                    <c:v>set/26</c:v>
                  </c:pt>
                  <c:pt idx="334">
                    <c:v>set/26</c:v>
                  </c:pt>
                  <c:pt idx="335">
                    <c:v>set/26</c:v>
                  </c:pt>
                  <c:pt idx="336">
                    <c:v>set/26</c:v>
                  </c:pt>
                  <c:pt idx="337">
                    <c:v>out/26</c:v>
                  </c:pt>
                  <c:pt idx="338">
                    <c:v>out/26</c:v>
                  </c:pt>
                  <c:pt idx="339">
                    <c:v>out/26</c:v>
                  </c:pt>
                </c:lvl>
              </c:multiLvlStrCache>
            </c:multiLvlStrRef>
          </c:cat>
          <c:val>
            <c:numRef>
              <c:f>Sheet1!$D$2:$D$341</c:f>
              <c:numCache>
                <c:formatCode>General</c:formatCode>
                <c:ptCount val="340"/>
                <c:pt idx="0">
                  <c:v>0.999342</c:v>
                </c:pt>
                <c:pt idx="1">
                  <c:v>0.976773</c:v>
                </c:pt>
                <c:pt idx="2">
                  <c:v>0.982809</c:v>
                </c:pt>
                <c:pt idx="3">
                  <c:v>1.007827</c:v>
                </c:pt>
                <c:pt idx="4">
                  <c:v>0.972661</c:v>
                </c:pt>
                <c:pt idx="5">
                  <c:v>0.970562</c:v>
                </c:pt>
                <c:pt idx="6">
                  <c:v>0.970124</c:v>
                </c:pt>
                <c:pt idx="7">
                  <c:v>0.964001</c:v>
                </c:pt>
                <c:pt idx="8">
                  <c:v>0.90093</c:v>
                </c:pt>
                <c:pt idx="9">
                  <c:v>0.723438</c:v>
                </c:pt>
                <c:pt idx="10">
                  <c:v>0.598345</c:v>
                </c:pt>
                <c:pt idx="11">
                  <c:v>0.534837</c:v>
                </c:pt>
                <c:pt idx="12">
                  <c:v>0.629575</c:v>
                </c:pt>
                <c:pt idx="13">
                  <c:v>0.626076</c:v>
                </c:pt>
                <c:pt idx="14">
                  <c:v>0.672264</c:v>
                </c:pt>
                <c:pt idx="15">
                  <c:v>0.679699</c:v>
                </c:pt>
                <c:pt idx="16">
                  <c:v>0.701394</c:v>
                </c:pt>
                <c:pt idx="17">
                  <c:v>0.65958</c:v>
                </c:pt>
                <c:pt idx="18">
                  <c:v>0.667015</c:v>
                </c:pt>
                <c:pt idx="19">
                  <c:v>0.699557</c:v>
                </c:pt>
                <c:pt idx="20">
                  <c:v>0.731748</c:v>
                </c:pt>
                <c:pt idx="21">
                  <c:v>0.790008</c:v>
                </c:pt>
                <c:pt idx="22">
                  <c:v>0.780736</c:v>
                </c:pt>
                <c:pt idx="23">
                  <c:v>0.810391</c:v>
                </c:pt>
                <c:pt idx="24">
                  <c:v>0.789221</c:v>
                </c:pt>
                <c:pt idx="25">
                  <c:v>0.815202</c:v>
                </c:pt>
                <c:pt idx="26">
                  <c:v>0.842757</c:v>
                </c:pt>
                <c:pt idx="27">
                  <c:v>0.867163</c:v>
                </c:pt>
                <c:pt idx="28">
                  <c:v>0.86244</c:v>
                </c:pt>
                <c:pt idx="29">
                  <c:v>0.868563</c:v>
                </c:pt>
                <c:pt idx="30">
                  <c:v>0.864539</c:v>
                </c:pt>
                <c:pt idx="31">
                  <c:v>0.852642</c:v>
                </c:pt>
                <c:pt idx="32">
                  <c:v>0.853779</c:v>
                </c:pt>
                <c:pt idx="33">
                  <c:v>0.859903</c:v>
                </c:pt>
                <c:pt idx="34">
                  <c:v>0.852205</c:v>
                </c:pt>
                <c:pt idx="35">
                  <c:v>0.844244</c:v>
                </c:pt>
                <c:pt idx="36">
                  <c:v>0.817039</c:v>
                </c:pt>
                <c:pt idx="37">
                  <c:v>0.797794</c:v>
                </c:pt>
                <c:pt idx="38">
                  <c:v>0.810391</c:v>
                </c:pt>
                <c:pt idx="39">
                  <c:v>0.829286</c:v>
                </c:pt>
                <c:pt idx="40">
                  <c:v>0.845644</c:v>
                </c:pt>
                <c:pt idx="41">
                  <c:v>0.836984</c:v>
                </c:pt>
                <c:pt idx="42">
                  <c:v>0.823687</c:v>
                </c:pt>
                <c:pt idx="43">
                  <c:v>0.882559</c:v>
                </c:pt>
                <c:pt idx="44">
                  <c:v>0.89157</c:v>
                </c:pt>
                <c:pt idx="45">
                  <c:v>0.927435</c:v>
                </c:pt>
                <c:pt idx="46">
                  <c:v>0.946068</c:v>
                </c:pt>
                <c:pt idx="47">
                  <c:v>0.968375</c:v>
                </c:pt>
                <c:pt idx="48">
                  <c:v>0.997155</c:v>
                </c:pt>
                <c:pt idx="49">
                  <c:v>1.003366</c:v>
                </c:pt>
                <c:pt idx="50">
                  <c:v>1.010801</c:v>
                </c:pt>
                <c:pt idx="51">
                  <c:v>1.026635</c:v>
                </c:pt>
                <c:pt idx="52">
                  <c:v>1.00809</c:v>
                </c:pt>
                <c:pt idx="53">
                  <c:v>1.001704</c:v>
                </c:pt>
                <c:pt idx="54">
                  <c:v>1.002666</c:v>
                </c:pt>
                <c:pt idx="55">
                  <c:v>1.005115</c:v>
                </c:pt>
                <c:pt idx="56">
                  <c:v>0.946943</c:v>
                </c:pt>
                <c:pt idx="57">
                  <c:v>0.926736</c:v>
                </c:pt>
                <c:pt idx="58">
                  <c:v>0.921574</c:v>
                </c:pt>
                <c:pt idx="59">
                  <c:v>0.966798</c:v>
                </c:pt>
                <c:pt idx="60">
                  <c:v>0.967816</c:v>
                </c:pt>
                <c:pt idx="61">
                  <c:v>0.971527</c:v>
                </c:pt>
                <c:pt idx="62">
                  <c:v>0.98905</c:v>
                </c:pt>
                <c:pt idx="63">
                  <c:v>1.003103</c:v>
                </c:pt>
                <c:pt idx="64">
                  <c:v>1.010189</c:v>
                </c:pt>
                <c:pt idx="65">
                  <c:v>1.018237</c:v>
                </c:pt>
                <c:pt idx="66">
                  <c:v>1.007302</c:v>
                </c:pt>
                <c:pt idx="67">
                  <c:v>1.008352</c:v>
                </c:pt>
                <c:pt idx="68">
                  <c:v>1.032321</c:v>
                </c:pt>
                <c:pt idx="69">
                  <c:v>1.043081</c:v>
                </c:pt>
                <c:pt idx="70">
                  <c:v>1.090581</c:v>
                </c:pt>
                <c:pt idx="71">
                  <c:v>1.093468</c:v>
                </c:pt>
                <c:pt idx="72">
                  <c:v>1.076759</c:v>
                </c:pt>
                <c:pt idx="73">
                  <c:v>1.089356</c:v>
                </c:pt>
                <c:pt idx="74">
                  <c:v>1.056115</c:v>
                </c:pt>
                <c:pt idx="75">
                  <c:v>1.055502</c:v>
                </c:pt>
                <c:pt idx="76">
                  <c:v>1.059789</c:v>
                </c:pt>
                <c:pt idx="77">
                  <c:v>1.051478</c:v>
                </c:pt>
                <c:pt idx="78">
                  <c:v>1.024448</c:v>
                </c:pt>
                <c:pt idx="79">
                  <c:v>1.034333</c:v>
                </c:pt>
                <c:pt idx="80">
                  <c:v>1.019637</c:v>
                </c:pt>
                <c:pt idx="81">
                  <c:v>0.994181</c:v>
                </c:pt>
                <c:pt idx="82">
                  <c:v>1.016312</c:v>
                </c:pt>
                <c:pt idx="83">
                  <c:v>0.980534</c:v>
                </c:pt>
                <c:pt idx="84">
                  <c:v>0.980797</c:v>
                </c:pt>
                <c:pt idx="85">
                  <c:v>0.916501</c:v>
                </c:pt>
                <c:pt idx="86">
                  <c:v>0.952541</c:v>
                </c:pt>
                <c:pt idx="87">
                  <c:v>0.928835</c:v>
                </c:pt>
                <c:pt idx="88">
                  <c:v>0.942569</c:v>
                </c:pt>
                <c:pt idx="89">
                  <c:v>0.934259</c:v>
                </c:pt>
                <c:pt idx="90">
                  <c:v>0.894456</c:v>
                </c:pt>
                <c:pt idx="91">
                  <c:v>0.892269</c:v>
                </c:pt>
                <c:pt idx="92">
                  <c:v>0.892444</c:v>
                </c:pt>
                <c:pt idx="93">
                  <c:v>0.862965</c:v>
                </c:pt>
                <c:pt idx="94">
                  <c:v>0.892182</c:v>
                </c:pt>
                <c:pt idx="95">
                  <c:v>0.878536</c:v>
                </c:pt>
                <c:pt idx="96">
                  <c:v>0.893494</c:v>
                </c:pt>
                <c:pt idx="97">
                  <c:v>0.913352</c:v>
                </c:pt>
                <c:pt idx="98">
                  <c:v>0.88221</c:v>
                </c:pt>
                <c:pt idx="99">
                  <c:v>0.874162</c:v>
                </c:pt>
                <c:pt idx="100">
                  <c:v>0.86104</c:v>
                </c:pt>
                <c:pt idx="101">
                  <c:v>0.897343</c:v>
                </c:pt>
                <c:pt idx="102">
                  <c:v>0.910465</c:v>
                </c:pt>
                <c:pt idx="103">
                  <c:v>0.944581</c:v>
                </c:pt>
                <c:pt idx="104">
                  <c:v>0.942307</c:v>
                </c:pt>
                <c:pt idx="105">
                  <c:v>0.958052</c:v>
                </c:pt>
                <c:pt idx="106">
                  <c:v>0.939945</c:v>
                </c:pt>
                <c:pt idx="107">
                  <c:v>0.971874</c:v>
                </c:pt>
                <c:pt idx="108">
                  <c:v>0.960327</c:v>
                </c:pt>
                <c:pt idx="109">
                  <c:v>0.937233</c:v>
                </c:pt>
                <c:pt idx="110">
                  <c:v>0.98762</c:v>
                </c:pt>
                <c:pt idx="111">
                  <c:v>1.013863</c:v>
                </c:pt>
                <c:pt idx="112">
                  <c:v>0.996105</c:v>
                </c:pt>
                <c:pt idx="113">
                  <c:v>0.984296</c:v>
                </c:pt>
                <c:pt idx="114">
                  <c:v>0.933821</c:v>
                </c:pt>
                <c:pt idx="115">
                  <c:v>0.904516</c:v>
                </c:pt>
                <c:pt idx="116">
                  <c:v>0.885534</c:v>
                </c:pt>
                <c:pt idx="117">
                  <c:v>0.903554</c:v>
                </c:pt>
                <c:pt idx="118">
                  <c:v>0.915539</c:v>
                </c:pt>
                <c:pt idx="119">
                  <c:v>0.943881</c:v>
                </c:pt>
                <c:pt idx="120">
                  <c:v>0.940207</c:v>
                </c:pt>
                <c:pt idx="121">
                  <c:v>0.890695</c:v>
                </c:pt>
                <c:pt idx="122">
                  <c:v>0.84232</c:v>
                </c:pt>
                <c:pt idx="123">
                  <c:v>0.851592</c:v>
                </c:pt>
                <c:pt idx="124">
                  <c:v>0.832785</c:v>
                </c:pt>
                <c:pt idx="125">
                  <c:v>0.829286</c:v>
                </c:pt>
                <c:pt idx="126">
                  <c:v>0.816777</c:v>
                </c:pt>
                <c:pt idx="127">
                  <c:v>0.846344</c:v>
                </c:pt>
                <c:pt idx="128">
                  <c:v>0.862177</c:v>
                </c:pt>
                <c:pt idx="129">
                  <c:v>0.916763</c:v>
                </c:pt>
                <c:pt idx="130">
                  <c:v>0.953241</c:v>
                </c:pt>
                <c:pt idx="131">
                  <c:v>0.933646</c:v>
                </c:pt>
                <c:pt idx="132">
                  <c:v>0.948255</c:v>
                </c:pt>
                <c:pt idx="133">
                  <c:v>0.948692</c:v>
                </c:pt>
                <c:pt idx="134">
                  <c:v>0.935833</c:v>
                </c:pt>
                <c:pt idx="135">
                  <c:v>0.952191</c:v>
                </c:pt>
                <c:pt idx="136">
                  <c:v>0.915713</c:v>
                </c:pt>
                <c:pt idx="137">
                  <c:v>0.982809</c:v>
                </c:pt>
                <c:pt idx="138">
                  <c:v>0.970037</c:v>
                </c:pt>
                <c:pt idx="139">
                  <c:v>0.982809</c:v>
                </c:pt>
                <c:pt idx="140">
                  <c:v>0.951579</c:v>
                </c:pt>
                <c:pt idx="141">
                  <c:v>0.989369</c:v>
                </c:pt>
                <c:pt idx="142">
                  <c:v>0.928135</c:v>
                </c:pt>
                <c:pt idx="143">
                  <c:v>0.917201</c:v>
                </c:pt>
                <c:pt idx="144">
                  <c:v>0.919125</c:v>
                </c:pt>
                <c:pt idx="145">
                  <c:v>0.944319</c:v>
                </c:pt>
                <c:pt idx="146">
                  <c:v>0.90889</c:v>
                </c:pt>
                <c:pt idx="147">
                  <c:v>0.869525</c:v>
                </c:pt>
                <c:pt idx="148">
                  <c:v>0.92726</c:v>
                </c:pt>
                <c:pt idx="149">
                  <c:v>0.897781</c:v>
                </c:pt>
                <c:pt idx="150">
                  <c:v>0.921574</c:v>
                </c:pt>
                <c:pt idx="151">
                  <c:v>0.922624</c:v>
                </c:pt>
                <c:pt idx="152">
                  <c:v>0.943881</c:v>
                </c:pt>
                <c:pt idx="153">
                  <c:v>0.950879</c:v>
                </c:pt>
                <c:pt idx="154">
                  <c:v>0.9207</c:v>
                </c:pt>
                <c:pt idx="155">
                  <c:v>0.922624</c:v>
                </c:pt>
                <c:pt idx="156">
                  <c:v>0.906266</c:v>
                </c:pt>
                <c:pt idx="157">
                  <c:v>0.885271</c:v>
                </c:pt>
                <c:pt idx="158">
                  <c:v>0.902942</c:v>
                </c:pt>
                <c:pt idx="159">
                  <c:v>0.869438</c:v>
                </c:pt>
                <c:pt idx="160">
                  <c:v>0.848793</c:v>
                </c:pt>
                <c:pt idx="161">
                  <c:v>0.86209</c:v>
                </c:pt>
                <c:pt idx="162">
                  <c:v>0.854042</c:v>
                </c:pt>
                <c:pt idx="163">
                  <c:v>0.900405</c:v>
                </c:pt>
                <c:pt idx="164">
                  <c:v>0.883522</c:v>
                </c:pt>
                <c:pt idx="165">
                  <c:v>0.882647</c:v>
                </c:pt>
                <c:pt idx="166">
                  <c:v>0.896556</c:v>
                </c:pt>
                <c:pt idx="167">
                  <c:v>0.922624</c:v>
                </c:pt>
                <c:pt idx="168">
                  <c:v>0.932072</c:v>
                </c:pt>
                <c:pt idx="169">
                  <c:v>0.933996</c:v>
                </c:pt>
                <c:pt idx="170">
                  <c:v>0.954728</c:v>
                </c:pt>
                <c:pt idx="171">
                  <c:v>0.98797</c:v>
                </c:pt>
                <c:pt idx="172">
                  <c:v>1.013163</c:v>
                </c:pt>
                <c:pt idx="173">
                  <c:v>0.99523</c:v>
                </c:pt>
                <c:pt idx="174">
                  <c:v>1.00809</c:v>
                </c:pt>
                <c:pt idx="175">
                  <c:v>0.995493</c:v>
                </c:pt>
                <c:pt idx="176">
                  <c:v>0.996805</c:v>
                </c:pt>
                <c:pt idx="177">
                  <c:v>1.032058</c:v>
                </c:pt>
                <c:pt idx="178">
                  <c:v>1.028034</c:v>
                </c:pt>
                <c:pt idx="179">
                  <c:v>1.008352</c:v>
                </c:pt>
                <c:pt idx="180">
                  <c:v>0.982984</c:v>
                </c:pt>
                <c:pt idx="181">
                  <c:v>0.983333</c:v>
                </c:pt>
                <c:pt idx="182">
                  <c:v>1.002666</c:v>
                </c:pt>
                <c:pt idx="183">
                  <c:v>0.993918</c:v>
                </c:pt>
                <c:pt idx="184">
                  <c:v>1.001266</c:v>
                </c:pt>
                <c:pt idx="185">
                  <c:v>1.006253</c:v>
                </c:pt>
                <c:pt idx="186">
                  <c:v>0.968375</c:v>
                </c:pt>
                <c:pt idx="187">
                  <c:v>0.963826</c:v>
                </c:pt>
                <c:pt idx="188">
                  <c:v>0.992868</c:v>
                </c:pt>
                <c:pt idx="189">
                  <c:v>0.9675</c:v>
                </c:pt>
                <c:pt idx="190">
                  <c:v>0.974498</c:v>
                </c:pt>
                <c:pt idx="191">
                  <c:v>1.003803</c:v>
                </c:pt>
                <c:pt idx="192">
                  <c:v>1.023573</c:v>
                </c:pt>
                <c:pt idx="193">
                  <c:v>1.069411</c:v>
                </c:pt>
                <c:pt idx="194">
                  <c:v>1.066699</c:v>
                </c:pt>
                <c:pt idx="195">
                  <c:v>1.075622</c:v>
                </c:pt>
                <c:pt idx="196">
                  <c:v>1.076934</c:v>
                </c:pt>
                <c:pt idx="197">
                  <c:v>1.113325</c:v>
                </c:pt>
                <c:pt idx="198">
                  <c:v>1.134144</c:v>
                </c:pt>
                <c:pt idx="199">
                  <c:v>1.114025</c:v>
                </c:pt>
                <c:pt idx="200">
                  <c:v>1.109301</c:v>
                </c:pt>
                <c:pt idx="201">
                  <c:v>1.080871</c:v>
                </c:pt>
                <c:pt idx="202">
                  <c:v>1.088744</c:v>
                </c:pt>
                <c:pt idx="203">
                  <c:v>1.091368</c:v>
                </c:pt>
                <c:pt idx="204">
                  <c:v>1.089181</c:v>
                </c:pt>
                <c:pt idx="205">
                  <c:v>1.094692</c:v>
                </c:pt>
                <c:pt idx="206">
                  <c:v>1.100203</c:v>
                </c:pt>
                <c:pt idx="207">
                  <c:v>1.089094</c:v>
                </c:pt>
                <c:pt idx="208">
                  <c:v>1.070024</c:v>
                </c:pt>
                <c:pt idx="209">
                  <c:v>1.076409</c:v>
                </c:pt>
                <c:pt idx="210">
                  <c:v>1.077634</c:v>
                </c:pt>
                <c:pt idx="211">
                  <c:v>1.082445</c:v>
                </c:pt>
                <c:pt idx="212">
                  <c:v>1.101428</c:v>
                </c:pt>
                <c:pt idx="213">
                  <c:v>1.057164</c:v>
                </c:pt>
                <c:pt idx="214">
                  <c:v>1.062063</c:v>
                </c:pt>
                <c:pt idx="215">
                  <c:v>1.070548</c:v>
                </c:pt>
                <c:pt idx="216">
                  <c:v>1.100028</c:v>
                </c:pt>
                <c:pt idx="217">
                  <c:v>1.086732</c:v>
                </c:pt>
                <c:pt idx="218">
                  <c:v>1.067837</c:v>
                </c:pt>
                <c:pt idx="219">
                  <c:v>1.042031</c:v>
                </c:pt>
                <c:pt idx="220">
                  <c:v>1.04448</c:v>
                </c:pt>
                <c:pt idx="221">
                  <c:v>1.016312</c:v>
                </c:pt>
                <c:pt idx="222">
                  <c:v>1.024535</c:v>
                </c:pt>
                <c:pt idx="223">
                  <c:v>1.056727</c:v>
                </c:pt>
                <c:pt idx="224">
                  <c:v>1.072648</c:v>
                </c:pt>
                <c:pt idx="225">
                  <c:v>1.089706</c:v>
                </c:pt>
                <c:pt idx="226">
                  <c:v>1.084895</c:v>
                </c:pt>
                <c:pt idx="227">
                  <c:v>1.070811</c:v>
                </c:pt>
                <c:pt idx="228">
                  <c:v>1.082445</c:v>
                </c:pt>
                <c:pt idx="229">
                  <c:v>1.096092</c:v>
                </c:pt>
                <c:pt idx="230">
                  <c:v>1.141493</c:v>
                </c:pt>
                <c:pt idx="231">
                  <c:v>1.15094</c:v>
                </c:pt>
                <c:pt idx="232">
                  <c:v>1.156189</c:v>
                </c:pt>
                <c:pt idx="233">
                  <c:v>1.162487</c:v>
                </c:pt>
                <c:pt idx="234">
                  <c:v>1.139918</c:v>
                </c:pt>
                <c:pt idx="235">
                  <c:v>1.131695</c:v>
                </c:pt>
                <c:pt idx="236">
                  <c:v>1.131345</c:v>
                </c:pt>
                <c:pt idx="237">
                  <c:v>1.119973</c:v>
                </c:pt>
                <c:pt idx="238">
                  <c:v>1.109213</c:v>
                </c:pt>
                <c:pt idx="239">
                  <c:v>1.113675</c:v>
                </c:pt>
                <c:pt idx="240">
                  <c:v>1.107464</c:v>
                </c:pt>
                <c:pt idx="241">
                  <c:v>1.10449</c:v>
                </c:pt>
                <c:pt idx="242">
                  <c:v>1.10274</c:v>
                </c:pt>
                <c:pt idx="243">
                  <c:v>1.087082</c:v>
                </c:pt>
                <c:pt idx="244">
                  <c:v>1.099328</c:v>
                </c:pt>
                <c:pt idx="245">
                  <c:v>1.066175</c:v>
                </c:pt>
                <c:pt idx="246">
                  <c:v>1.08262</c:v>
                </c:pt>
                <c:pt idx="247">
                  <c:v>1.051653</c:v>
                </c:pt>
                <c:pt idx="248">
                  <c:v>1.029609</c:v>
                </c:pt>
                <c:pt idx="249">
                  <c:v>1.009927</c:v>
                </c:pt>
                <c:pt idx="250">
                  <c:v>1.014388</c:v>
                </c:pt>
                <c:pt idx="251">
                  <c:v>1.043168</c:v>
                </c:pt>
                <c:pt idx="252">
                  <c:v>1.044918</c:v>
                </c:pt>
                <c:pt idx="253">
                  <c:v>1.075972</c:v>
                </c:pt>
                <c:pt idx="254">
                  <c:v>1.062675</c:v>
                </c:pt>
                <c:pt idx="255">
                  <c:v>1.09233</c:v>
                </c:pt>
                <c:pt idx="256">
                  <c:v>1.084195</c:v>
                </c:pt>
                <c:pt idx="257">
                  <c:v>1.049816</c:v>
                </c:pt>
                <c:pt idx="258">
                  <c:v>1.05454</c:v>
                </c:pt>
                <c:pt idx="259">
                  <c:v>1.121985</c:v>
                </c:pt>
                <c:pt idx="260">
                  <c:v>1.128808</c:v>
                </c:pt>
                <c:pt idx="261">
                  <c:v>1.120061</c:v>
                </c:pt>
                <c:pt idx="262">
                  <c:v>1.058826</c:v>
                </c:pt>
                <c:pt idx="263">
                  <c:v>1.103965</c:v>
                </c:pt>
                <c:pt idx="264">
                  <c:v>1.149278</c:v>
                </c:pt>
                <c:pt idx="265">
                  <c:v>1.15339</c:v>
                </c:pt>
                <c:pt idx="266">
                  <c:v>1.165549</c:v>
                </c:pt>
                <c:pt idx="267">
                  <c:v>1.190655</c:v>
                </c:pt>
                <c:pt idx="268">
                  <c:v>1.176309</c:v>
                </c:pt>
                <c:pt idx="269">
                  <c:v>1.17211</c:v>
                </c:pt>
                <c:pt idx="270">
                  <c:v>1.163974</c:v>
                </c:pt>
                <c:pt idx="271">
                  <c:v>1.17211</c:v>
                </c:pt>
                <c:pt idx="272">
                  <c:v>1.167561</c:v>
                </c:pt>
                <c:pt idx="273">
                  <c:v>1.188381</c:v>
                </c:pt>
                <c:pt idx="274">
                  <c:v>1.193629</c:v>
                </c:pt>
                <c:pt idx="275">
                  <c:v>1.155489</c:v>
                </c:pt>
                <c:pt idx="276">
                  <c:v>1.147703</c:v>
                </c:pt>
                <c:pt idx="277">
                  <c:v>1.130645</c:v>
                </c:pt>
                <c:pt idx="278">
                  <c:v>1.137206</c:v>
                </c:pt>
                <c:pt idx="279">
                  <c:v>1.159076</c:v>
                </c:pt>
                <c:pt idx="280">
                  <c:v>1.175084</c:v>
                </c:pt>
                <c:pt idx="281">
                  <c:v>1.181907</c:v>
                </c:pt>
                <c:pt idx="282">
                  <c:v>1.209725</c:v>
                </c:pt>
                <c:pt idx="283">
                  <c:v>1.214186</c:v>
                </c:pt>
                <c:pt idx="284">
                  <c:v>1.22862</c:v>
                </c:pt>
                <c:pt idx="285">
                  <c:v>1.242092</c:v>
                </c:pt>
                <c:pt idx="286">
                  <c:v>1.254863</c:v>
                </c:pt>
                <c:pt idx="287">
                  <c:v>1.230545</c:v>
                </c:pt>
                <c:pt idx="288">
                  <c:v>1.213749</c:v>
                </c:pt>
                <c:pt idx="289">
                  <c:v>1.235793</c:v>
                </c:pt>
                <c:pt idx="290">
                  <c:v>1.259675</c:v>
                </c:pt>
                <c:pt idx="291">
                  <c:v>1.289154</c:v>
                </c:pt>
                <c:pt idx="292">
                  <c:v>1.331843</c:v>
                </c:pt>
                <c:pt idx="293">
                  <c:v>1.345315</c:v>
                </c:pt>
                <c:pt idx="294">
                  <c:v>1.338142</c:v>
                </c:pt>
                <c:pt idx="295">
                  <c:v>1.381881</c:v>
                </c:pt>
                <c:pt idx="296">
                  <c:v>1.351963</c:v>
                </c:pt>
                <c:pt idx="297">
                  <c:v>1.357299</c:v>
                </c:pt>
                <c:pt idx="298">
                  <c:v>1.377157</c:v>
                </c:pt>
                <c:pt idx="299">
                  <c:v>1.386692</c:v>
                </c:pt>
                <c:pt idx="300">
                  <c:v>1.400951</c:v>
                </c:pt>
                <c:pt idx="301">
                  <c:v>1.416609</c:v>
                </c:pt>
                <c:pt idx="302">
                  <c:v>1.533479</c:v>
                </c:pt>
                <c:pt idx="303">
                  <c:v>1.567595</c:v>
                </c:pt>
                <c:pt idx="304">
                  <c:v>1.598999</c:v>
                </c:pt>
                <c:pt idx="305">
                  <c:v>1.59585</c:v>
                </c:pt>
                <c:pt idx="306">
                  <c:v>1.639851</c:v>
                </c:pt>
                <c:pt idx="307">
                  <c:v>1.58859</c:v>
                </c:pt>
                <c:pt idx="308">
                  <c:v>1.57643</c:v>
                </c:pt>
                <c:pt idx="309">
                  <c:v>1.537853</c:v>
                </c:pt>
                <c:pt idx="310">
                  <c:v>1.593838</c:v>
                </c:pt>
                <c:pt idx="311">
                  <c:v>1.611159</c:v>
                </c:pt>
                <c:pt idx="312">
                  <c:v>1.676942</c:v>
                </c:pt>
                <c:pt idx="313">
                  <c:v>1.688751</c:v>
                </c:pt>
                <c:pt idx="314">
                  <c:v>1.635915</c:v>
                </c:pt>
                <c:pt idx="315">
                  <c:v>1.589989</c:v>
                </c:pt>
                <c:pt idx="316">
                  <c:v>1.562259</c:v>
                </c:pt>
                <c:pt idx="317">
                  <c:v>1.522107</c:v>
                </c:pt>
                <c:pt idx="318">
                  <c:v>1.526306</c:v>
                </c:pt>
                <c:pt idx="319">
                  <c:v>1.479418</c:v>
                </c:pt>
                <c:pt idx="320">
                  <c:v>1.455799</c:v>
                </c:pt>
                <c:pt idx="321">
                  <c:v>1.455187</c:v>
                </c:pt>
                <c:pt idx="322">
                  <c:v>1.471457</c:v>
                </c:pt>
                <c:pt idx="323">
                  <c:v>1.478805</c:v>
                </c:pt>
                <c:pt idx="324">
                  <c:v>1.47863</c:v>
                </c:pt>
                <c:pt idx="325">
                  <c:v>1.518608</c:v>
                </c:pt>
                <c:pt idx="326">
                  <c:v>1.49009</c:v>
                </c:pt>
                <c:pt idx="327">
                  <c:v>1.519832</c:v>
                </c:pt>
                <c:pt idx="328">
                  <c:v>1.529542</c:v>
                </c:pt>
                <c:pt idx="329">
                  <c:v>1.443815</c:v>
                </c:pt>
                <c:pt idx="330">
                  <c:v>1.430693</c:v>
                </c:pt>
                <c:pt idx="331">
                  <c:v>1.503562</c:v>
                </c:pt>
                <c:pt idx="332">
                  <c:v>1.549225</c:v>
                </c:pt>
                <c:pt idx="333">
                  <c:v>1.599699</c:v>
                </c:pt>
                <c:pt idx="334">
                  <c:v>1.597862</c:v>
                </c:pt>
                <c:pt idx="335">
                  <c:v>1.599612</c:v>
                </c:pt>
                <c:pt idx="336">
                  <c:v>1.610284</c:v>
                </c:pt>
                <c:pt idx="337">
                  <c:v>1.760483</c:v>
                </c:pt>
                <c:pt idx="338">
                  <c:v>1.761707</c:v>
                </c:pt>
                <c:pt idx="339">
                  <c:v>1.769668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2"/>
      </c:catAx>
      <c:valAx>
        <c:axId val="2094734552"/>
        <c:scaling>
          <c:orientation val="minMax"/>
          <c:min val="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;&quot;−&quot;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Drawdown no teste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Estratégia</c:v>
                </c:pt>
              </c:strCache>
            </c:strRef>
          </c:tx>
          <c:spPr>
            <a:solidFill>
              <a:srgbClr val="7B2FBE"/>
            </a:solidFill>
            <a:ln w="19050" cap="flat">
              <a:solidFill>
                <a:srgbClr val="7B2FB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B2FBE"/>
              </a:solidFill>
              <a:ln w="9525" cap="flat">
                <a:solidFill>
                  <a:srgbClr val="7B2F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Sheet1!$A$2:$A$341</c:f>
              <c:multiLvlStrCache>
                <c:ptCount val="340"/>
                <c:lvl>
                  <c:pt idx="0">
                    <c:v>jan/20</c:v>
                  </c:pt>
                  <c:pt idx="1">
                    <c:v>jan/20</c:v>
                  </c:pt>
                  <c:pt idx="2">
                    <c:v>jan/20</c:v>
                  </c:pt>
                  <c:pt idx="3">
                    <c:v>jan/20</c:v>
                  </c:pt>
                  <c:pt idx="4">
                    <c:v>jan/20</c:v>
                  </c:pt>
                  <c:pt idx="5">
                    <c:v>fev/20</c:v>
                  </c:pt>
                  <c:pt idx="6">
                    <c:v>fev/20</c:v>
                  </c:pt>
                  <c:pt idx="7">
                    <c:v>fev/20</c:v>
                  </c:pt>
                  <c:pt idx="8">
                    <c:v>mar/20</c:v>
                  </c:pt>
                  <c:pt idx="9">
                    <c:v>mar/20</c:v>
                  </c:pt>
                  <c:pt idx="10">
                    <c:v>mar/20</c:v>
                  </c:pt>
                  <c:pt idx="11">
                    <c:v>mar/20</c:v>
                  </c:pt>
                  <c:pt idx="12">
                    <c:v>mar/20</c:v>
                  </c:pt>
                  <c:pt idx="13">
                    <c:v>abr/20</c:v>
                  </c:pt>
                  <c:pt idx="14">
                    <c:v>abr/20</c:v>
                  </c:pt>
                  <c:pt idx="15">
                    <c:v>abr/20</c:v>
                  </c:pt>
                  <c:pt idx="16">
                    <c:v>abr/20</c:v>
                  </c:pt>
                  <c:pt idx="17">
                    <c:v>mai/20</c:v>
                  </c:pt>
                  <c:pt idx="18">
                    <c:v>mai/20</c:v>
                  </c:pt>
                  <c:pt idx="19">
                    <c:v>mai/20</c:v>
                  </c:pt>
                  <c:pt idx="20">
                    <c:v>mai/20</c:v>
                  </c:pt>
                  <c:pt idx="21">
                    <c:v>jun/20</c:v>
                  </c:pt>
                  <c:pt idx="22">
                    <c:v>jun/20</c:v>
                  </c:pt>
                  <c:pt idx="23">
                    <c:v>jun/20</c:v>
                  </c:pt>
                  <c:pt idx="24">
                    <c:v>jun/20</c:v>
                  </c:pt>
                  <c:pt idx="25">
                    <c:v>jul/20</c:v>
                  </c:pt>
                  <c:pt idx="26">
                    <c:v>jul/20</c:v>
                  </c:pt>
                  <c:pt idx="27">
                    <c:v>jul/20</c:v>
                  </c:pt>
                  <c:pt idx="28">
                    <c:v>jul/20</c:v>
                  </c:pt>
                  <c:pt idx="29">
                    <c:v>jul/20</c:v>
                  </c:pt>
                  <c:pt idx="30">
                    <c:v>ago/20</c:v>
                  </c:pt>
                  <c:pt idx="31">
                    <c:v>ago/20</c:v>
                  </c:pt>
                  <c:pt idx="32">
                    <c:v>ago/20</c:v>
                  </c:pt>
                  <c:pt idx="33">
                    <c:v>ago/20</c:v>
                  </c:pt>
                  <c:pt idx="34">
                    <c:v>set/20</c:v>
                  </c:pt>
                  <c:pt idx="35">
                    <c:v>set/20</c:v>
                  </c:pt>
                  <c:pt idx="36">
                    <c:v>set/20</c:v>
                  </c:pt>
                  <c:pt idx="37">
                    <c:v>set/20</c:v>
                  </c:pt>
                  <c:pt idx="38">
                    <c:v>out/20</c:v>
                  </c:pt>
                  <c:pt idx="39">
                    <c:v>out/20</c:v>
                  </c:pt>
                  <c:pt idx="40">
                    <c:v>out/20</c:v>
                  </c:pt>
                  <c:pt idx="41">
                    <c:v>out/20</c:v>
                  </c:pt>
                  <c:pt idx="42">
                    <c:v>nov/20</c:v>
                  </c:pt>
                  <c:pt idx="43">
                    <c:v>nov/20</c:v>
                  </c:pt>
                  <c:pt idx="44">
                    <c:v>nov/20</c:v>
                  </c:pt>
                  <c:pt idx="45">
                    <c:v>nov/20</c:v>
                  </c:pt>
                  <c:pt idx="46">
                    <c:v>dez/20</c:v>
                  </c:pt>
                  <c:pt idx="47">
                    <c:v>dez/20</c:v>
                  </c:pt>
                  <c:pt idx="48">
                    <c:v>dez/20</c:v>
                  </c:pt>
                  <c:pt idx="49">
                    <c:v>dez/20</c:v>
                  </c:pt>
                  <c:pt idx="50">
                    <c:v>jan/21</c:v>
                  </c:pt>
                  <c:pt idx="51">
                    <c:v>jan/21</c:v>
                  </c:pt>
                  <c:pt idx="52">
                    <c:v>jan/21</c:v>
                  </c:pt>
                  <c:pt idx="53">
                    <c:v>jan/21</c:v>
                  </c:pt>
                  <c:pt idx="54">
                    <c:v>fev/21</c:v>
                  </c:pt>
                  <c:pt idx="55">
                    <c:v>fev/21</c:v>
                  </c:pt>
                  <c:pt idx="56">
                    <c:v>fev/21</c:v>
                  </c:pt>
                  <c:pt idx="57">
                    <c:v>mar/21</c:v>
                  </c:pt>
                  <c:pt idx="58">
                    <c:v>mar/21</c:v>
                  </c:pt>
                  <c:pt idx="59">
                    <c:v>mar/21</c:v>
                  </c:pt>
                  <c:pt idx="60">
                    <c:v>mar/21</c:v>
                  </c:pt>
                  <c:pt idx="61">
                    <c:v>mar/21</c:v>
                  </c:pt>
                  <c:pt idx="62">
                    <c:v>abr/21</c:v>
                  </c:pt>
                  <c:pt idx="63">
                    <c:v>abr/21</c:v>
                  </c:pt>
                  <c:pt idx="64">
                    <c:v>abr/21</c:v>
                  </c:pt>
                  <c:pt idx="65">
                    <c:v>abr/21</c:v>
                  </c:pt>
                  <c:pt idx="66">
                    <c:v>mai/21</c:v>
                  </c:pt>
                  <c:pt idx="67">
                    <c:v>mai/21</c:v>
                  </c:pt>
                  <c:pt idx="68">
                    <c:v>mai/21</c:v>
                  </c:pt>
                  <c:pt idx="69">
                    <c:v>mai/21</c:v>
                  </c:pt>
                  <c:pt idx="70">
                    <c:v>jun/21</c:v>
                  </c:pt>
                  <c:pt idx="71">
                    <c:v>jun/21</c:v>
                  </c:pt>
                  <c:pt idx="72">
                    <c:v>jun/21</c:v>
                  </c:pt>
                  <c:pt idx="73">
                    <c:v>jun/21</c:v>
                  </c:pt>
                  <c:pt idx="74">
                    <c:v>jul/21</c:v>
                  </c:pt>
                  <c:pt idx="75">
                    <c:v>jul/21</c:v>
                  </c:pt>
                  <c:pt idx="76">
                    <c:v>jul/21</c:v>
                  </c:pt>
                  <c:pt idx="77">
                    <c:v>jul/21</c:v>
                  </c:pt>
                  <c:pt idx="78">
                    <c:v>jul/21</c:v>
                  </c:pt>
                  <c:pt idx="79">
                    <c:v>ago/21</c:v>
                  </c:pt>
                  <c:pt idx="80">
                    <c:v>ago/21</c:v>
                  </c:pt>
                  <c:pt idx="81">
                    <c:v>ago/21</c:v>
                  </c:pt>
                  <c:pt idx="82">
                    <c:v>ago/21</c:v>
                  </c:pt>
                  <c:pt idx="83">
                    <c:v>set/21</c:v>
                  </c:pt>
                  <c:pt idx="84">
                    <c:v>set/21</c:v>
                  </c:pt>
                  <c:pt idx="85">
                    <c:v>set/21</c:v>
                  </c:pt>
                  <c:pt idx="86">
                    <c:v>set/21</c:v>
                  </c:pt>
                  <c:pt idx="87">
                    <c:v>out/21</c:v>
                  </c:pt>
                  <c:pt idx="88">
                    <c:v>out/21</c:v>
                  </c:pt>
                  <c:pt idx="89">
                    <c:v>out/21</c:v>
                  </c:pt>
                  <c:pt idx="90">
                    <c:v>out/21</c:v>
                  </c:pt>
                  <c:pt idx="91">
                    <c:v>nov/21</c:v>
                  </c:pt>
                  <c:pt idx="92">
                    <c:v>nov/21</c:v>
                  </c:pt>
                  <c:pt idx="93">
                    <c:v>nov/21</c:v>
                  </c:pt>
                  <c:pt idx="94">
                    <c:v>nov/21</c:v>
                  </c:pt>
                  <c:pt idx="95">
                    <c:v>dez/21</c:v>
                  </c:pt>
                  <c:pt idx="96">
                    <c:v>dez/21</c:v>
                  </c:pt>
                  <c:pt idx="97">
                    <c:v>dez/21</c:v>
                  </c:pt>
                  <c:pt idx="98">
                    <c:v>dez/21</c:v>
                  </c:pt>
                  <c:pt idx="99">
                    <c:v>jan/22</c:v>
                  </c:pt>
                  <c:pt idx="100">
                    <c:v>jan/22</c:v>
                  </c:pt>
                  <c:pt idx="101">
                    <c:v>jan/22</c:v>
                  </c:pt>
                  <c:pt idx="102">
                    <c:v>jan/22</c:v>
                  </c:pt>
                  <c:pt idx="103">
                    <c:v>jan/22</c:v>
                  </c:pt>
                  <c:pt idx="104">
                    <c:v>fev/22</c:v>
                  </c:pt>
                  <c:pt idx="105">
                    <c:v>fev/22</c:v>
                  </c:pt>
                  <c:pt idx="106">
                    <c:v>fev/22</c:v>
                  </c:pt>
                  <c:pt idx="107">
                    <c:v>mar/22</c:v>
                  </c:pt>
                  <c:pt idx="108">
                    <c:v>mar/22</c:v>
                  </c:pt>
                  <c:pt idx="109">
                    <c:v>mar/22</c:v>
                  </c:pt>
                  <c:pt idx="110">
                    <c:v>mar/22</c:v>
                  </c:pt>
                  <c:pt idx="111">
                    <c:v>mar/22</c:v>
                  </c:pt>
                  <c:pt idx="112">
                    <c:v>abr/22</c:v>
                  </c:pt>
                  <c:pt idx="113">
                    <c:v>abr/22</c:v>
                  </c:pt>
                  <c:pt idx="114">
                    <c:v>abr/22</c:v>
                  </c:pt>
                  <c:pt idx="115">
                    <c:v>abr/22</c:v>
                  </c:pt>
                  <c:pt idx="116">
                    <c:v>mai/22</c:v>
                  </c:pt>
                  <c:pt idx="117">
                    <c:v>mai/22</c:v>
                  </c:pt>
                  <c:pt idx="118">
                    <c:v>mai/22</c:v>
                  </c:pt>
                  <c:pt idx="119">
                    <c:v>mai/22</c:v>
                  </c:pt>
                  <c:pt idx="120">
                    <c:v>jun/22</c:v>
                  </c:pt>
                  <c:pt idx="121">
                    <c:v>jun/22</c:v>
                  </c:pt>
                  <c:pt idx="122">
                    <c:v>jun/22</c:v>
                  </c:pt>
                  <c:pt idx="123">
                    <c:v>jun/22</c:v>
                  </c:pt>
                  <c:pt idx="124">
                    <c:v>jul/22</c:v>
                  </c:pt>
                  <c:pt idx="125">
                    <c:v>jul/22</c:v>
                  </c:pt>
                  <c:pt idx="126">
                    <c:v>jul/22</c:v>
                  </c:pt>
                  <c:pt idx="127">
                    <c:v>jul/22</c:v>
                  </c:pt>
                  <c:pt idx="128">
                    <c:v>ago/22</c:v>
                  </c:pt>
                  <c:pt idx="129">
                    <c:v>ago/22</c:v>
                  </c:pt>
                  <c:pt idx="130">
                    <c:v>ago/22</c:v>
                  </c:pt>
                  <c:pt idx="131">
                    <c:v>ago/22</c:v>
                  </c:pt>
                  <c:pt idx="132">
                    <c:v>ago/22</c:v>
                  </c:pt>
                  <c:pt idx="133">
                    <c:v>set/22</c:v>
                  </c:pt>
                  <c:pt idx="134">
                    <c:v>set/22</c:v>
                  </c:pt>
                  <c:pt idx="135">
                    <c:v>set/22</c:v>
                  </c:pt>
                  <c:pt idx="136">
                    <c:v>set/22</c:v>
                  </c:pt>
                  <c:pt idx="137">
                    <c:v>out/22</c:v>
                  </c:pt>
                  <c:pt idx="138">
                    <c:v>out/22</c:v>
                  </c:pt>
                  <c:pt idx="139">
                    <c:v>out/22</c:v>
                  </c:pt>
                  <c:pt idx="140">
                    <c:v>out/22</c:v>
                  </c:pt>
                  <c:pt idx="141">
                    <c:v>nov/22</c:v>
                  </c:pt>
                  <c:pt idx="142">
                    <c:v>nov/22</c:v>
                  </c:pt>
                  <c:pt idx="143">
                    <c:v>nov/22</c:v>
                  </c:pt>
                  <c:pt idx="144">
                    <c:v>nov/22</c:v>
                  </c:pt>
                  <c:pt idx="145">
                    <c:v>dez/22</c:v>
                  </c:pt>
                  <c:pt idx="146">
                    <c:v>dez/22</c:v>
                  </c:pt>
                  <c:pt idx="147">
                    <c:v>dez/22</c:v>
                  </c:pt>
                  <c:pt idx="148">
                    <c:v>dez/22</c:v>
                  </c:pt>
                  <c:pt idx="149">
                    <c:v>jan/23</c:v>
                  </c:pt>
                  <c:pt idx="150">
                    <c:v>jan/23</c:v>
                  </c:pt>
                  <c:pt idx="151">
                    <c:v>jan/23</c:v>
                  </c:pt>
                  <c:pt idx="152">
                    <c:v>jan/23</c:v>
                  </c:pt>
                  <c:pt idx="153">
                    <c:v>jan/23</c:v>
                  </c:pt>
                  <c:pt idx="154">
                    <c:v>fev/23</c:v>
                  </c:pt>
                  <c:pt idx="155">
                    <c:v>fev/23</c:v>
                  </c:pt>
                  <c:pt idx="156">
                    <c:v>fev/23</c:v>
                  </c:pt>
                  <c:pt idx="157">
                    <c:v>mar/23</c:v>
                  </c:pt>
                  <c:pt idx="158">
                    <c:v>mar/23</c:v>
                  </c:pt>
                  <c:pt idx="159">
                    <c:v>mar/23</c:v>
                  </c:pt>
                  <c:pt idx="160">
                    <c:v>mar/23</c:v>
                  </c:pt>
                  <c:pt idx="161">
                    <c:v>mar/23</c:v>
                  </c:pt>
                  <c:pt idx="162">
                    <c:v>abr/23</c:v>
                  </c:pt>
                  <c:pt idx="163">
                    <c:v>abr/23</c:v>
                  </c:pt>
                  <c:pt idx="164">
                    <c:v>abr/23</c:v>
                  </c:pt>
                  <c:pt idx="165">
                    <c:v>abr/23</c:v>
                  </c:pt>
                  <c:pt idx="166">
                    <c:v>mai/23</c:v>
                  </c:pt>
                  <c:pt idx="167">
                    <c:v>mai/23</c:v>
                  </c:pt>
                  <c:pt idx="168">
                    <c:v>mai/23</c:v>
                  </c:pt>
                  <c:pt idx="169">
                    <c:v>mai/23</c:v>
                  </c:pt>
                  <c:pt idx="170">
                    <c:v>jun/23</c:v>
                  </c:pt>
                  <c:pt idx="171">
                    <c:v>jun/23</c:v>
                  </c:pt>
                  <c:pt idx="172">
                    <c:v>jun/23</c:v>
                  </c:pt>
                  <c:pt idx="173">
                    <c:v>jun/23</c:v>
                  </c:pt>
                  <c:pt idx="174">
                    <c:v>jul/23</c:v>
                  </c:pt>
                  <c:pt idx="175">
                    <c:v>jul/23</c:v>
                  </c:pt>
                  <c:pt idx="176">
                    <c:v>jul/23</c:v>
                  </c:pt>
                  <c:pt idx="177">
                    <c:v>jul/23</c:v>
                  </c:pt>
                  <c:pt idx="178">
                    <c:v>ago/23</c:v>
                  </c:pt>
                  <c:pt idx="179">
                    <c:v>ago/23</c:v>
                  </c:pt>
                  <c:pt idx="180">
                    <c:v>ago/23</c:v>
                  </c:pt>
                  <c:pt idx="181">
                    <c:v>ago/23</c:v>
                  </c:pt>
                  <c:pt idx="182">
                    <c:v>ago/23</c:v>
                  </c:pt>
                  <c:pt idx="183">
                    <c:v>set/23</c:v>
                  </c:pt>
                  <c:pt idx="184">
                    <c:v>set/23</c:v>
                  </c:pt>
                  <c:pt idx="185">
                    <c:v>set/23</c:v>
                  </c:pt>
                  <c:pt idx="186">
                    <c:v>set/23</c:v>
                  </c:pt>
                  <c:pt idx="187">
                    <c:v>out/23</c:v>
                  </c:pt>
                  <c:pt idx="188">
                    <c:v>out/23</c:v>
                  </c:pt>
                  <c:pt idx="189">
                    <c:v>out/23</c:v>
                  </c:pt>
                  <c:pt idx="190">
                    <c:v>out/23</c:v>
                  </c:pt>
                  <c:pt idx="191">
                    <c:v>nov/23</c:v>
                  </c:pt>
                  <c:pt idx="192">
                    <c:v>nov/23</c:v>
                  </c:pt>
                  <c:pt idx="193">
                    <c:v>nov/23</c:v>
                  </c:pt>
                  <c:pt idx="194">
                    <c:v>nov/23</c:v>
                  </c:pt>
                  <c:pt idx="195">
                    <c:v>dez/23</c:v>
                  </c:pt>
                  <c:pt idx="196">
                    <c:v>dez/23</c:v>
                  </c:pt>
                  <c:pt idx="197">
                    <c:v>dez/23</c:v>
                  </c:pt>
                  <c:pt idx="198">
                    <c:v>dez/23</c:v>
                  </c:pt>
                  <c:pt idx="199">
                    <c:v>jan/24</c:v>
                  </c:pt>
                  <c:pt idx="200">
                    <c:v>jan/24</c:v>
                  </c:pt>
                  <c:pt idx="201">
                    <c:v>jan/24</c:v>
                  </c:pt>
                  <c:pt idx="202">
                    <c:v>jan/24</c:v>
                  </c:pt>
                  <c:pt idx="203">
                    <c:v>fev/24</c:v>
                  </c:pt>
                  <c:pt idx="204">
                    <c:v>fev/24</c:v>
                  </c:pt>
                  <c:pt idx="205">
                    <c:v>fev/24</c:v>
                  </c:pt>
                  <c:pt idx="206">
                    <c:v>fev/24</c:v>
                  </c:pt>
                  <c:pt idx="207">
                    <c:v>mar/24</c:v>
                  </c:pt>
                  <c:pt idx="208">
                    <c:v>mar/24</c:v>
                  </c:pt>
                  <c:pt idx="209">
                    <c:v>mar/24</c:v>
                  </c:pt>
                  <c:pt idx="210">
                    <c:v>mar/24</c:v>
                  </c:pt>
                  <c:pt idx="211">
                    <c:v>abr/24</c:v>
                  </c:pt>
                  <c:pt idx="212">
                    <c:v>abr/24</c:v>
                  </c:pt>
                  <c:pt idx="213">
                    <c:v>abr/24</c:v>
                  </c:pt>
                  <c:pt idx="214">
                    <c:v>abr/24</c:v>
                  </c:pt>
                  <c:pt idx="215">
                    <c:v>abr/24</c:v>
                  </c:pt>
                  <c:pt idx="216">
                    <c:v>mai/24</c:v>
                  </c:pt>
                  <c:pt idx="217">
                    <c:v>mai/24</c:v>
                  </c:pt>
                  <c:pt idx="218">
                    <c:v>mai/24</c:v>
                  </c:pt>
                  <c:pt idx="219">
                    <c:v>mai/24</c:v>
                  </c:pt>
                  <c:pt idx="220">
                    <c:v>jun/24</c:v>
                  </c:pt>
                  <c:pt idx="221">
                    <c:v>jun/24</c:v>
                  </c:pt>
                  <c:pt idx="222">
                    <c:v>jun/24</c:v>
                  </c:pt>
                  <c:pt idx="223">
                    <c:v>jun/24</c:v>
                  </c:pt>
                  <c:pt idx="224">
                    <c:v>jul/24</c:v>
                  </c:pt>
                  <c:pt idx="225">
                    <c:v>jul/24</c:v>
                  </c:pt>
                  <c:pt idx="226">
                    <c:v>jul/24</c:v>
                  </c:pt>
                  <c:pt idx="227">
                    <c:v>jul/24</c:v>
                  </c:pt>
                  <c:pt idx="228">
                    <c:v>ago/24</c:v>
                  </c:pt>
                  <c:pt idx="229">
                    <c:v>ago/24</c:v>
                  </c:pt>
                  <c:pt idx="230">
                    <c:v>ago/24</c:v>
                  </c:pt>
                  <c:pt idx="231">
                    <c:v>ago/24</c:v>
                  </c:pt>
                  <c:pt idx="232">
                    <c:v>ago/24</c:v>
                  </c:pt>
                  <c:pt idx="233">
                    <c:v>set/24</c:v>
                  </c:pt>
                  <c:pt idx="234">
                    <c:v>set/24</c:v>
                  </c:pt>
                  <c:pt idx="235">
                    <c:v>set/24</c:v>
                  </c:pt>
                  <c:pt idx="236">
                    <c:v>set/24</c:v>
                  </c:pt>
                  <c:pt idx="237">
                    <c:v>out/24</c:v>
                  </c:pt>
                  <c:pt idx="238">
                    <c:v>out/24</c:v>
                  </c:pt>
                  <c:pt idx="239">
                    <c:v>out/24</c:v>
                  </c:pt>
                  <c:pt idx="240">
                    <c:v>out/24</c:v>
                  </c:pt>
                  <c:pt idx="241">
                    <c:v>out/24</c:v>
                  </c:pt>
                  <c:pt idx="242">
                    <c:v>nov/24</c:v>
                  </c:pt>
                  <c:pt idx="243">
                    <c:v>nov/24</c:v>
                  </c:pt>
                  <c:pt idx="244">
                    <c:v>nov/24</c:v>
                  </c:pt>
                  <c:pt idx="245">
                    <c:v>dez/24</c:v>
                  </c:pt>
                  <c:pt idx="246">
                    <c:v>dez/24</c:v>
                  </c:pt>
                  <c:pt idx="247">
                    <c:v>dez/24</c:v>
                  </c:pt>
                  <c:pt idx="248">
                    <c:v>dez/24</c:v>
                  </c:pt>
                  <c:pt idx="249">
                    <c:v>jan/25</c:v>
                  </c:pt>
                  <c:pt idx="250">
                    <c:v>jan/25</c:v>
                  </c:pt>
                  <c:pt idx="251">
                    <c:v>jan/25</c:v>
                  </c:pt>
                  <c:pt idx="252">
                    <c:v>jan/25</c:v>
                  </c:pt>
                  <c:pt idx="253">
                    <c:v>jan/25</c:v>
                  </c:pt>
                  <c:pt idx="254">
                    <c:v>fev/25</c:v>
                  </c:pt>
                  <c:pt idx="255">
                    <c:v>fev/25</c:v>
                  </c:pt>
                  <c:pt idx="256">
                    <c:v>fev/25</c:v>
                  </c:pt>
                  <c:pt idx="257">
                    <c:v>fev/25</c:v>
                  </c:pt>
                  <c:pt idx="258">
                    <c:v>mar/25</c:v>
                  </c:pt>
                  <c:pt idx="259">
                    <c:v>mar/25</c:v>
                  </c:pt>
                  <c:pt idx="260">
                    <c:v>mar/25</c:v>
                  </c:pt>
                  <c:pt idx="261">
                    <c:v>abr/25</c:v>
                  </c:pt>
                  <c:pt idx="262">
                    <c:v>abr/25</c:v>
                  </c:pt>
                  <c:pt idx="263">
                    <c:v>abr/25</c:v>
                  </c:pt>
                  <c:pt idx="264">
                    <c:v>abr/25</c:v>
                  </c:pt>
                  <c:pt idx="265">
                    <c:v>mai/25</c:v>
                  </c:pt>
                  <c:pt idx="266">
                    <c:v>mai/25</c:v>
                  </c:pt>
                  <c:pt idx="267">
                    <c:v>mai/25</c:v>
                  </c:pt>
                  <c:pt idx="268">
                    <c:v>mai/25</c:v>
                  </c:pt>
                  <c:pt idx="269">
                    <c:v>mai/25</c:v>
                  </c:pt>
                  <c:pt idx="270">
                    <c:v>jun/25</c:v>
                  </c:pt>
                  <c:pt idx="271">
                    <c:v>jun/25</c:v>
                  </c:pt>
                  <c:pt idx="272">
                    <c:v>jun/25</c:v>
                  </c:pt>
                  <c:pt idx="273">
                    <c:v>jun/25</c:v>
                  </c:pt>
                  <c:pt idx="274">
                    <c:v>jul/25</c:v>
                  </c:pt>
                  <c:pt idx="275">
                    <c:v>jul/25</c:v>
                  </c:pt>
                  <c:pt idx="276">
                    <c:v>jul/25</c:v>
                  </c:pt>
                  <c:pt idx="277">
                    <c:v>jul/25</c:v>
                  </c:pt>
                  <c:pt idx="278">
                    <c:v>ago/25</c:v>
                  </c:pt>
                  <c:pt idx="279">
                    <c:v>ago/25</c:v>
                  </c:pt>
                  <c:pt idx="280">
                    <c:v>ago/25</c:v>
                  </c:pt>
                  <c:pt idx="281">
                    <c:v>ago/25</c:v>
                  </c:pt>
                  <c:pt idx="282">
                    <c:v>set/25</c:v>
                  </c:pt>
                  <c:pt idx="283">
                    <c:v>set/25</c:v>
                  </c:pt>
                  <c:pt idx="284">
                    <c:v>set/25</c:v>
                  </c:pt>
                  <c:pt idx="285">
                    <c:v>set/25</c:v>
                  </c:pt>
                  <c:pt idx="286">
                    <c:v>set/25</c:v>
                  </c:pt>
                  <c:pt idx="287">
                    <c:v>out/25</c:v>
                  </c:pt>
                  <c:pt idx="288">
                    <c:v>out/25</c:v>
                  </c:pt>
                  <c:pt idx="289">
                    <c:v>out/25</c:v>
                  </c:pt>
                  <c:pt idx="290">
                    <c:v>out/25</c:v>
                  </c:pt>
                  <c:pt idx="291">
                    <c:v>nov/25</c:v>
                  </c:pt>
                  <c:pt idx="292">
                    <c:v>nov/25</c:v>
                  </c:pt>
                  <c:pt idx="293">
                    <c:v>nov/25</c:v>
                  </c:pt>
                  <c:pt idx="294">
                    <c:v>nov/25</c:v>
                  </c:pt>
                  <c:pt idx="295">
                    <c:v>dez/25</c:v>
                  </c:pt>
                  <c:pt idx="296">
                    <c:v>dez/25</c:v>
                  </c:pt>
                  <c:pt idx="297">
                    <c:v>dez/25</c:v>
                  </c:pt>
                  <c:pt idx="298">
                    <c:v>dez/25</c:v>
                  </c:pt>
                  <c:pt idx="299">
                    <c:v>jan/26</c:v>
                  </c:pt>
                  <c:pt idx="300">
                    <c:v>jan/26</c:v>
                  </c:pt>
                  <c:pt idx="301">
                    <c:v>jan/26</c:v>
                  </c:pt>
                  <c:pt idx="302">
                    <c:v>jan/26</c:v>
                  </c:pt>
                  <c:pt idx="303">
                    <c:v>fev/26</c:v>
                  </c:pt>
                  <c:pt idx="304">
                    <c:v>fev/26</c:v>
                  </c:pt>
                  <c:pt idx="305">
                    <c:v>fev/26</c:v>
                  </c:pt>
                  <c:pt idx="306">
                    <c:v>fev/26</c:v>
                  </c:pt>
                  <c:pt idx="307">
                    <c:v>mar/26</c:v>
                  </c:pt>
                  <c:pt idx="308">
                    <c:v>mar/26</c:v>
                  </c:pt>
                  <c:pt idx="309">
                    <c:v>mar/26</c:v>
                  </c:pt>
                  <c:pt idx="310">
                    <c:v>mar/26</c:v>
                  </c:pt>
                  <c:pt idx="311">
                    <c:v>abr/26</c:v>
                  </c:pt>
                  <c:pt idx="312">
                    <c:v>abr/26</c:v>
                  </c:pt>
                  <c:pt idx="313">
                    <c:v>abr/26</c:v>
                  </c:pt>
                  <c:pt idx="314">
                    <c:v>abr/26</c:v>
                  </c:pt>
                  <c:pt idx="315">
                    <c:v>mai/26</c:v>
                  </c:pt>
                  <c:pt idx="316">
                    <c:v>mai/26</c:v>
                  </c:pt>
                  <c:pt idx="317">
                    <c:v>mai/26</c:v>
                  </c:pt>
                  <c:pt idx="318">
                    <c:v>mai/26</c:v>
                  </c:pt>
                  <c:pt idx="319">
                    <c:v>jun/26</c:v>
                  </c:pt>
                  <c:pt idx="320">
                    <c:v>jun/26</c:v>
                  </c:pt>
                  <c:pt idx="321">
                    <c:v>jun/26</c:v>
                  </c:pt>
                  <c:pt idx="322">
                    <c:v>jun/26</c:v>
                  </c:pt>
                  <c:pt idx="323">
                    <c:v>jun/26</c:v>
                  </c:pt>
                  <c:pt idx="324">
                    <c:v>jul/26</c:v>
                  </c:pt>
                  <c:pt idx="325">
                    <c:v>jul/26</c:v>
                  </c:pt>
                  <c:pt idx="326">
                    <c:v>jul/26</c:v>
                  </c:pt>
                  <c:pt idx="327">
                    <c:v>jul/26</c:v>
                  </c:pt>
                  <c:pt idx="328">
                    <c:v>ago/26</c:v>
                  </c:pt>
                  <c:pt idx="329">
                    <c:v>ago/26</c:v>
                  </c:pt>
                  <c:pt idx="330">
                    <c:v>ago/26</c:v>
                  </c:pt>
                  <c:pt idx="331">
                    <c:v>ago/26</c:v>
                  </c:pt>
                  <c:pt idx="332">
                    <c:v>set/26</c:v>
                  </c:pt>
                  <c:pt idx="333">
                    <c:v>set/26</c:v>
                  </c:pt>
                  <c:pt idx="334">
                    <c:v>set/26</c:v>
                  </c:pt>
                  <c:pt idx="335">
                    <c:v>set/26</c:v>
                  </c:pt>
                  <c:pt idx="336">
                    <c:v>set/26</c:v>
                  </c:pt>
                  <c:pt idx="337">
                    <c:v>out/26</c:v>
                  </c:pt>
                  <c:pt idx="338">
                    <c:v>out/26</c:v>
                  </c:pt>
                  <c:pt idx="339">
                    <c:v>out/26</c:v>
                  </c:pt>
                </c:lvl>
              </c:multiLvlStrCache>
            </c:multiLvlStrRef>
          </c:cat>
          <c:val>
            <c:numRef>
              <c:f>Sheet1!$B$2:$B$341</c:f>
              <c:numCache>
                <c:formatCode>General</c:formatCode>
                <c:ptCount val="34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-0.000039</c:v>
                </c:pt>
                <c:pt idx="8">
                  <c:v>0</c:v>
                </c:pt>
                <c:pt idx="9">
                  <c:v>-0.007195</c:v>
                </c:pt>
                <c:pt idx="10">
                  <c:v>-0.044661</c:v>
                </c:pt>
                <c:pt idx="11">
                  <c:v>-0.065501</c:v>
                </c:pt>
                <c:pt idx="12">
                  <c:v>-0.052686</c:v>
                </c:pt>
                <c:pt idx="13">
                  <c:v>-0.038643</c:v>
                </c:pt>
                <c:pt idx="14">
                  <c:v>-0.037959</c:v>
                </c:pt>
                <c:pt idx="15">
                  <c:v>-0.037274</c:v>
                </c:pt>
                <c:pt idx="16">
                  <c:v>-0.036589</c:v>
                </c:pt>
                <c:pt idx="17">
                  <c:v>-0.029199</c:v>
                </c:pt>
                <c:pt idx="18">
                  <c:v>-0.028648</c:v>
                </c:pt>
                <c:pt idx="19">
                  <c:v>-0.025664</c:v>
                </c:pt>
                <c:pt idx="20">
                  <c:v>-0.025384</c:v>
                </c:pt>
                <c:pt idx="21">
                  <c:v>-0.024831</c:v>
                </c:pt>
                <c:pt idx="22">
                  <c:v>-0.024278</c:v>
                </c:pt>
                <c:pt idx="23">
                  <c:v>-0.023753</c:v>
                </c:pt>
                <c:pt idx="24">
                  <c:v>-0.027584</c:v>
                </c:pt>
                <c:pt idx="25">
                  <c:v>-0.024466</c:v>
                </c:pt>
                <c:pt idx="26">
                  <c:v>-0.024054</c:v>
                </c:pt>
                <c:pt idx="27">
                  <c:v>-0.023642</c:v>
                </c:pt>
                <c:pt idx="28">
                  <c:v>-0.023229</c:v>
                </c:pt>
                <c:pt idx="29">
                  <c:v>-0.022817</c:v>
                </c:pt>
                <c:pt idx="30">
                  <c:v>-0.022414</c:v>
                </c:pt>
                <c:pt idx="31">
                  <c:v>-0.022049</c:v>
                </c:pt>
                <c:pt idx="32">
                  <c:v>-0.021684</c:v>
                </c:pt>
                <c:pt idx="33">
                  <c:v>-0.021318</c:v>
                </c:pt>
                <c:pt idx="34">
                  <c:v>-0.020953</c:v>
                </c:pt>
                <c:pt idx="35">
                  <c:v>-0.020587</c:v>
                </c:pt>
                <c:pt idx="36">
                  <c:v>-0.020221</c:v>
                </c:pt>
                <c:pt idx="37">
                  <c:v>-0.019855</c:v>
                </c:pt>
                <c:pt idx="38">
                  <c:v>-0.019489</c:v>
                </c:pt>
                <c:pt idx="39">
                  <c:v>-0.019123</c:v>
                </c:pt>
                <c:pt idx="40">
                  <c:v>-0.018757</c:v>
                </c:pt>
                <c:pt idx="41">
                  <c:v>-0.01839</c:v>
                </c:pt>
                <c:pt idx="42">
                  <c:v>-0.018023</c:v>
                </c:pt>
                <c:pt idx="43">
                  <c:v>-0.017657</c:v>
                </c:pt>
                <c:pt idx="44">
                  <c:v>-0.01729</c:v>
                </c:pt>
                <c:pt idx="45">
                  <c:v>-0.016849</c:v>
                </c:pt>
                <c:pt idx="46">
                  <c:v>-0.016482</c:v>
                </c:pt>
                <c:pt idx="47">
                  <c:v>-0.016115</c:v>
                </c:pt>
                <c:pt idx="48">
                  <c:v>-0.015747</c:v>
                </c:pt>
                <c:pt idx="49">
                  <c:v>-0.015306</c:v>
                </c:pt>
                <c:pt idx="50">
                  <c:v>-0.014865</c:v>
                </c:pt>
                <c:pt idx="51">
                  <c:v>-0.014497</c:v>
                </c:pt>
                <c:pt idx="52">
                  <c:v>-0.014129</c:v>
                </c:pt>
                <c:pt idx="53">
                  <c:v>-0.013687</c:v>
                </c:pt>
                <c:pt idx="54">
                  <c:v>-0.013318</c:v>
                </c:pt>
                <c:pt idx="55">
                  <c:v>-0.01295</c:v>
                </c:pt>
                <c:pt idx="56">
                  <c:v>-0.012581</c:v>
                </c:pt>
                <c:pt idx="57">
                  <c:v>-0.012212</c:v>
                </c:pt>
                <c:pt idx="58">
                  <c:v>-0.011843</c:v>
                </c:pt>
                <c:pt idx="59">
                  <c:v>-0.011474</c:v>
                </c:pt>
                <c:pt idx="60">
                  <c:v>-0.011048</c:v>
                </c:pt>
                <c:pt idx="61">
                  <c:v>-0.010534</c:v>
                </c:pt>
                <c:pt idx="62">
                  <c:v>-0.010021</c:v>
                </c:pt>
                <c:pt idx="63">
                  <c:v>-0.009507</c:v>
                </c:pt>
                <c:pt idx="64">
                  <c:v>-0.008993</c:v>
                </c:pt>
                <c:pt idx="65">
                  <c:v>-0.008478</c:v>
                </c:pt>
                <c:pt idx="66">
                  <c:v>-0.010175</c:v>
                </c:pt>
                <c:pt idx="67">
                  <c:v>-0.00719</c:v>
                </c:pt>
                <c:pt idx="68">
                  <c:v>-0.006531</c:v>
                </c:pt>
                <c:pt idx="69">
                  <c:v>-0.005872</c:v>
                </c:pt>
                <c:pt idx="70">
                  <c:v>-0.005212</c:v>
                </c:pt>
                <c:pt idx="71">
                  <c:v>-0.004552</c:v>
                </c:pt>
                <c:pt idx="72">
                  <c:v>-0.003891</c:v>
                </c:pt>
                <c:pt idx="73">
                  <c:v>-0.003087</c:v>
                </c:pt>
                <c:pt idx="74">
                  <c:v>-0.002283</c:v>
                </c:pt>
                <c:pt idx="75">
                  <c:v>-0.001477</c:v>
                </c:pt>
                <c:pt idx="76">
                  <c:v>-0.00051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-0.005314</c:v>
                </c:pt>
                <c:pt idx="82">
                  <c:v>-0.010826</c:v>
                </c:pt>
                <c:pt idx="83">
                  <c:v>-0.007358</c:v>
                </c:pt>
                <c:pt idx="84">
                  <c:v>-0.006369</c:v>
                </c:pt>
                <c:pt idx="85">
                  <c:v>-0.005378</c:v>
                </c:pt>
                <c:pt idx="86">
                  <c:v>-0.004312</c:v>
                </c:pt>
                <c:pt idx="87">
                  <c:v>-0.003132</c:v>
                </c:pt>
                <c:pt idx="88">
                  <c:v>-0.001951</c:v>
                </c:pt>
                <c:pt idx="89">
                  <c:v>-0.000768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-0.004069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-0.004737</c:v>
                </c:pt>
                <c:pt idx="167">
                  <c:v>-0.007418</c:v>
                </c:pt>
                <c:pt idx="168">
                  <c:v>-0.007504</c:v>
                </c:pt>
                <c:pt idx="169">
                  <c:v>-0.004981</c:v>
                </c:pt>
                <c:pt idx="170">
                  <c:v>-0.002452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-0.000376</c:v>
                </c:pt>
                <c:pt idx="193">
                  <c:v>0</c:v>
                </c:pt>
                <c:pt idx="194">
                  <c:v>-0.001008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-0.002641</c:v>
                </c:pt>
                <c:pt idx="231">
                  <c:v>-0.000681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-0.00053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-0.004887</c:v>
                </c:pt>
                <c:pt idx="310">
                  <c:v>-0.002175</c:v>
                </c:pt>
                <c:pt idx="311">
                  <c:v>0</c:v>
                </c:pt>
                <c:pt idx="312">
                  <c:v>0</c:v>
                </c:pt>
                <c:pt idx="313">
                  <c:v>-0.004444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BOVA11</c:v>
                </c:pt>
              </c:strCache>
            </c:strRef>
          </c:tx>
          <c:spPr>
            <a:solidFill>
              <a:srgbClr val="B97400"/>
            </a:solidFill>
            <a:ln w="19050" cap="flat">
              <a:solidFill>
                <a:srgbClr val="B9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7400"/>
              </a:solidFill>
              <a:ln w="9525" cap="flat">
                <a:solidFill>
                  <a:srgbClr val="B9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Sheet1!$A$2:$A$341</c:f>
              <c:multiLvlStrCache>
                <c:ptCount val="340"/>
                <c:lvl>
                  <c:pt idx="0">
                    <c:v>jan/20</c:v>
                  </c:pt>
                  <c:pt idx="1">
                    <c:v>jan/20</c:v>
                  </c:pt>
                  <c:pt idx="2">
                    <c:v>jan/20</c:v>
                  </c:pt>
                  <c:pt idx="3">
                    <c:v>jan/20</c:v>
                  </c:pt>
                  <c:pt idx="4">
                    <c:v>jan/20</c:v>
                  </c:pt>
                  <c:pt idx="5">
                    <c:v>fev/20</c:v>
                  </c:pt>
                  <c:pt idx="6">
                    <c:v>fev/20</c:v>
                  </c:pt>
                  <c:pt idx="7">
                    <c:v>fev/20</c:v>
                  </c:pt>
                  <c:pt idx="8">
                    <c:v>mar/20</c:v>
                  </c:pt>
                  <c:pt idx="9">
                    <c:v>mar/20</c:v>
                  </c:pt>
                  <c:pt idx="10">
                    <c:v>mar/20</c:v>
                  </c:pt>
                  <c:pt idx="11">
                    <c:v>mar/20</c:v>
                  </c:pt>
                  <c:pt idx="12">
                    <c:v>mar/20</c:v>
                  </c:pt>
                  <c:pt idx="13">
                    <c:v>abr/20</c:v>
                  </c:pt>
                  <c:pt idx="14">
                    <c:v>abr/20</c:v>
                  </c:pt>
                  <c:pt idx="15">
                    <c:v>abr/20</c:v>
                  </c:pt>
                  <c:pt idx="16">
                    <c:v>abr/20</c:v>
                  </c:pt>
                  <c:pt idx="17">
                    <c:v>mai/20</c:v>
                  </c:pt>
                  <c:pt idx="18">
                    <c:v>mai/20</c:v>
                  </c:pt>
                  <c:pt idx="19">
                    <c:v>mai/20</c:v>
                  </c:pt>
                  <c:pt idx="20">
                    <c:v>mai/20</c:v>
                  </c:pt>
                  <c:pt idx="21">
                    <c:v>jun/20</c:v>
                  </c:pt>
                  <c:pt idx="22">
                    <c:v>jun/20</c:v>
                  </c:pt>
                  <c:pt idx="23">
                    <c:v>jun/20</c:v>
                  </c:pt>
                  <c:pt idx="24">
                    <c:v>jun/20</c:v>
                  </c:pt>
                  <c:pt idx="25">
                    <c:v>jul/20</c:v>
                  </c:pt>
                  <c:pt idx="26">
                    <c:v>jul/20</c:v>
                  </c:pt>
                  <c:pt idx="27">
                    <c:v>jul/20</c:v>
                  </c:pt>
                  <c:pt idx="28">
                    <c:v>jul/20</c:v>
                  </c:pt>
                  <c:pt idx="29">
                    <c:v>jul/20</c:v>
                  </c:pt>
                  <c:pt idx="30">
                    <c:v>ago/20</c:v>
                  </c:pt>
                  <c:pt idx="31">
                    <c:v>ago/20</c:v>
                  </c:pt>
                  <c:pt idx="32">
                    <c:v>ago/20</c:v>
                  </c:pt>
                  <c:pt idx="33">
                    <c:v>ago/20</c:v>
                  </c:pt>
                  <c:pt idx="34">
                    <c:v>set/20</c:v>
                  </c:pt>
                  <c:pt idx="35">
                    <c:v>set/20</c:v>
                  </c:pt>
                  <c:pt idx="36">
                    <c:v>set/20</c:v>
                  </c:pt>
                  <c:pt idx="37">
                    <c:v>set/20</c:v>
                  </c:pt>
                  <c:pt idx="38">
                    <c:v>out/20</c:v>
                  </c:pt>
                  <c:pt idx="39">
                    <c:v>out/20</c:v>
                  </c:pt>
                  <c:pt idx="40">
                    <c:v>out/20</c:v>
                  </c:pt>
                  <c:pt idx="41">
                    <c:v>out/20</c:v>
                  </c:pt>
                  <c:pt idx="42">
                    <c:v>nov/20</c:v>
                  </c:pt>
                  <c:pt idx="43">
                    <c:v>nov/20</c:v>
                  </c:pt>
                  <c:pt idx="44">
                    <c:v>nov/20</c:v>
                  </c:pt>
                  <c:pt idx="45">
                    <c:v>nov/20</c:v>
                  </c:pt>
                  <c:pt idx="46">
                    <c:v>dez/20</c:v>
                  </c:pt>
                  <c:pt idx="47">
                    <c:v>dez/20</c:v>
                  </c:pt>
                  <c:pt idx="48">
                    <c:v>dez/20</c:v>
                  </c:pt>
                  <c:pt idx="49">
                    <c:v>dez/20</c:v>
                  </c:pt>
                  <c:pt idx="50">
                    <c:v>jan/21</c:v>
                  </c:pt>
                  <c:pt idx="51">
                    <c:v>jan/21</c:v>
                  </c:pt>
                  <c:pt idx="52">
                    <c:v>jan/21</c:v>
                  </c:pt>
                  <c:pt idx="53">
                    <c:v>jan/21</c:v>
                  </c:pt>
                  <c:pt idx="54">
                    <c:v>fev/21</c:v>
                  </c:pt>
                  <c:pt idx="55">
                    <c:v>fev/21</c:v>
                  </c:pt>
                  <c:pt idx="56">
                    <c:v>fev/21</c:v>
                  </c:pt>
                  <c:pt idx="57">
                    <c:v>mar/21</c:v>
                  </c:pt>
                  <c:pt idx="58">
                    <c:v>mar/21</c:v>
                  </c:pt>
                  <c:pt idx="59">
                    <c:v>mar/21</c:v>
                  </c:pt>
                  <c:pt idx="60">
                    <c:v>mar/21</c:v>
                  </c:pt>
                  <c:pt idx="61">
                    <c:v>mar/21</c:v>
                  </c:pt>
                  <c:pt idx="62">
                    <c:v>abr/21</c:v>
                  </c:pt>
                  <c:pt idx="63">
                    <c:v>abr/21</c:v>
                  </c:pt>
                  <c:pt idx="64">
                    <c:v>abr/21</c:v>
                  </c:pt>
                  <c:pt idx="65">
                    <c:v>abr/21</c:v>
                  </c:pt>
                  <c:pt idx="66">
                    <c:v>mai/21</c:v>
                  </c:pt>
                  <c:pt idx="67">
                    <c:v>mai/21</c:v>
                  </c:pt>
                  <c:pt idx="68">
                    <c:v>mai/21</c:v>
                  </c:pt>
                  <c:pt idx="69">
                    <c:v>mai/21</c:v>
                  </c:pt>
                  <c:pt idx="70">
                    <c:v>jun/21</c:v>
                  </c:pt>
                  <c:pt idx="71">
                    <c:v>jun/21</c:v>
                  </c:pt>
                  <c:pt idx="72">
                    <c:v>jun/21</c:v>
                  </c:pt>
                  <c:pt idx="73">
                    <c:v>jun/21</c:v>
                  </c:pt>
                  <c:pt idx="74">
                    <c:v>jul/21</c:v>
                  </c:pt>
                  <c:pt idx="75">
                    <c:v>jul/21</c:v>
                  </c:pt>
                  <c:pt idx="76">
                    <c:v>jul/21</c:v>
                  </c:pt>
                  <c:pt idx="77">
                    <c:v>jul/21</c:v>
                  </c:pt>
                  <c:pt idx="78">
                    <c:v>jul/21</c:v>
                  </c:pt>
                  <c:pt idx="79">
                    <c:v>ago/21</c:v>
                  </c:pt>
                  <c:pt idx="80">
                    <c:v>ago/21</c:v>
                  </c:pt>
                  <c:pt idx="81">
                    <c:v>ago/21</c:v>
                  </c:pt>
                  <c:pt idx="82">
                    <c:v>ago/21</c:v>
                  </c:pt>
                  <c:pt idx="83">
                    <c:v>set/21</c:v>
                  </c:pt>
                  <c:pt idx="84">
                    <c:v>set/21</c:v>
                  </c:pt>
                  <c:pt idx="85">
                    <c:v>set/21</c:v>
                  </c:pt>
                  <c:pt idx="86">
                    <c:v>set/21</c:v>
                  </c:pt>
                  <c:pt idx="87">
                    <c:v>out/21</c:v>
                  </c:pt>
                  <c:pt idx="88">
                    <c:v>out/21</c:v>
                  </c:pt>
                  <c:pt idx="89">
                    <c:v>out/21</c:v>
                  </c:pt>
                  <c:pt idx="90">
                    <c:v>out/21</c:v>
                  </c:pt>
                  <c:pt idx="91">
                    <c:v>nov/21</c:v>
                  </c:pt>
                  <c:pt idx="92">
                    <c:v>nov/21</c:v>
                  </c:pt>
                  <c:pt idx="93">
                    <c:v>nov/21</c:v>
                  </c:pt>
                  <c:pt idx="94">
                    <c:v>nov/21</c:v>
                  </c:pt>
                  <c:pt idx="95">
                    <c:v>dez/21</c:v>
                  </c:pt>
                  <c:pt idx="96">
                    <c:v>dez/21</c:v>
                  </c:pt>
                  <c:pt idx="97">
                    <c:v>dez/21</c:v>
                  </c:pt>
                  <c:pt idx="98">
                    <c:v>dez/21</c:v>
                  </c:pt>
                  <c:pt idx="99">
                    <c:v>jan/22</c:v>
                  </c:pt>
                  <c:pt idx="100">
                    <c:v>jan/22</c:v>
                  </c:pt>
                  <c:pt idx="101">
                    <c:v>jan/22</c:v>
                  </c:pt>
                  <c:pt idx="102">
                    <c:v>jan/22</c:v>
                  </c:pt>
                  <c:pt idx="103">
                    <c:v>jan/22</c:v>
                  </c:pt>
                  <c:pt idx="104">
                    <c:v>fev/22</c:v>
                  </c:pt>
                  <c:pt idx="105">
                    <c:v>fev/22</c:v>
                  </c:pt>
                  <c:pt idx="106">
                    <c:v>fev/22</c:v>
                  </c:pt>
                  <c:pt idx="107">
                    <c:v>mar/22</c:v>
                  </c:pt>
                  <c:pt idx="108">
                    <c:v>mar/22</c:v>
                  </c:pt>
                  <c:pt idx="109">
                    <c:v>mar/22</c:v>
                  </c:pt>
                  <c:pt idx="110">
                    <c:v>mar/22</c:v>
                  </c:pt>
                  <c:pt idx="111">
                    <c:v>mar/22</c:v>
                  </c:pt>
                  <c:pt idx="112">
                    <c:v>abr/22</c:v>
                  </c:pt>
                  <c:pt idx="113">
                    <c:v>abr/22</c:v>
                  </c:pt>
                  <c:pt idx="114">
                    <c:v>abr/22</c:v>
                  </c:pt>
                  <c:pt idx="115">
                    <c:v>abr/22</c:v>
                  </c:pt>
                  <c:pt idx="116">
                    <c:v>mai/22</c:v>
                  </c:pt>
                  <c:pt idx="117">
                    <c:v>mai/22</c:v>
                  </c:pt>
                  <c:pt idx="118">
                    <c:v>mai/22</c:v>
                  </c:pt>
                  <c:pt idx="119">
                    <c:v>mai/22</c:v>
                  </c:pt>
                  <c:pt idx="120">
                    <c:v>jun/22</c:v>
                  </c:pt>
                  <c:pt idx="121">
                    <c:v>jun/22</c:v>
                  </c:pt>
                  <c:pt idx="122">
                    <c:v>jun/22</c:v>
                  </c:pt>
                  <c:pt idx="123">
                    <c:v>jun/22</c:v>
                  </c:pt>
                  <c:pt idx="124">
                    <c:v>jul/22</c:v>
                  </c:pt>
                  <c:pt idx="125">
                    <c:v>jul/22</c:v>
                  </c:pt>
                  <c:pt idx="126">
                    <c:v>jul/22</c:v>
                  </c:pt>
                  <c:pt idx="127">
                    <c:v>jul/22</c:v>
                  </c:pt>
                  <c:pt idx="128">
                    <c:v>ago/22</c:v>
                  </c:pt>
                  <c:pt idx="129">
                    <c:v>ago/22</c:v>
                  </c:pt>
                  <c:pt idx="130">
                    <c:v>ago/22</c:v>
                  </c:pt>
                  <c:pt idx="131">
                    <c:v>ago/22</c:v>
                  </c:pt>
                  <c:pt idx="132">
                    <c:v>ago/22</c:v>
                  </c:pt>
                  <c:pt idx="133">
                    <c:v>set/22</c:v>
                  </c:pt>
                  <c:pt idx="134">
                    <c:v>set/22</c:v>
                  </c:pt>
                  <c:pt idx="135">
                    <c:v>set/22</c:v>
                  </c:pt>
                  <c:pt idx="136">
                    <c:v>set/22</c:v>
                  </c:pt>
                  <c:pt idx="137">
                    <c:v>out/22</c:v>
                  </c:pt>
                  <c:pt idx="138">
                    <c:v>out/22</c:v>
                  </c:pt>
                  <c:pt idx="139">
                    <c:v>out/22</c:v>
                  </c:pt>
                  <c:pt idx="140">
                    <c:v>out/22</c:v>
                  </c:pt>
                  <c:pt idx="141">
                    <c:v>nov/22</c:v>
                  </c:pt>
                  <c:pt idx="142">
                    <c:v>nov/22</c:v>
                  </c:pt>
                  <c:pt idx="143">
                    <c:v>nov/22</c:v>
                  </c:pt>
                  <c:pt idx="144">
                    <c:v>nov/22</c:v>
                  </c:pt>
                  <c:pt idx="145">
                    <c:v>dez/22</c:v>
                  </c:pt>
                  <c:pt idx="146">
                    <c:v>dez/22</c:v>
                  </c:pt>
                  <c:pt idx="147">
                    <c:v>dez/22</c:v>
                  </c:pt>
                  <c:pt idx="148">
                    <c:v>dez/22</c:v>
                  </c:pt>
                  <c:pt idx="149">
                    <c:v>jan/23</c:v>
                  </c:pt>
                  <c:pt idx="150">
                    <c:v>jan/23</c:v>
                  </c:pt>
                  <c:pt idx="151">
                    <c:v>jan/23</c:v>
                  </c:pt>
                  <c:pt idx="152">
                    <c:v>jan/23</c:v>
                  </c:pt>
                  <c:pt idx="153">
                    <c:v>jan/23</c:v>
                  </c:pt>
                  <c:pt idx="154">
                    <c:v>fev/23</c:v>
                  </c:pt>
                  <c:pt idx="155">
                    <c:v>fev/23</c:v>
                  </c:pt>
                  <c:pt idx="156">
                    <c:v>fev/23</c:v>
                  </c:pt>
                  <c:pt idx="157">
                    <c:v>mar/23</c:v>
                  </c:pt>
                  <c:pt idx="158">
                    <c:v>mar/23</c:v>
                  </c:pt>
                  <c:pt idx="159">
                    <c:v>mar/23</c:v>
                  </c:pt>
                  <c:pt idx="160">
                    <c:v>mar/23</c:v>
                  </c:pt>
                  <c:pt idx="161">
                    <c:v>mar/23</c:v>
                  </c:pt>
                  <c:pt idx="162">
                    <c:v>abr/23</c:v>
                  </c:pt>
                  <c:pt idx="163">
                    <c:v>abr/23</c:v>
                  </c:pt>
                  <c:pt idx="164">
                    <c:v>abr/23</c:v>
                  </c:pt>
                  <c:pt idx="165">
                    <c:v>abr/23</c:v>
                  </c:pt>
                  <c:pt idx="166">
                    <c:v>mai/23</c:v>
                  </c:pt>
                  <c:pt idx="167">
                    <c:v>mai/23</c:v>
                  </c:pt>
                  <c:pt idx="168">
                    <c:v>mai/23</c:v>
                  </c:pt>
                  <c:pt idx="169">
                    <c:v>mai/23</c:v>
                  </c:pt>
                  <c:pt idx="170">
                    <c:v>jun/23</c:v>
                  </c:pt>
                  <c:pt idx="171">
                    <c:v>jun/23</c:v>
                  </c:pt>
                  <c:pt idx="172">
                    <c:v>jun/23</c:v>
                  </c:pt>
                  <c:pt idx="173">
                    <c:v>jun/23</c:v>
                  </c:pt>
                  <c:pt idx="174">
                    <c:v>jul/23</c:v>
                  </c:pt>
                  <c:pt idx="175">
                    <c:v>jul/23</c:v>
                  </c:pt>
                  <c:pt idx="176">
                    <c:v>jul/23</c:v>
                  </c:pt>
                  <c:pt idx="177">
                    <c:v>jul/23</c:v>
                  </c:pt>
                  <c:pt idx="178">
                    <c:v>ago/23</c:v>
                  </c:pt>
                  <c:pt idx="179">
                    <c:v>ago/23</c:v>
                  </c:pt>
                  <c:pt idx="180">
                    <c:v>ago/23</c:v>
                  </c:pt>
                  <c:pt idx="181">
                    <c:v>ago/23</c:v>
                  </c:pt>
                  <c:pt idx="182">
                    <c:v>ago/23</c:v>
                  </c:pt>
                  <c:pt idx="183">
                    <c:v>set/23</c:v>
                  </c:pt>
                  <c:pt idx="184">
                    <c:v>set/23</c:v>
                  </c:pt>
                  <c:pt idx="185">
                    <c:v>set/23</c:v>
                  </c:pt>
                  <c:pt idx="186">
                    <c:v>set/23</c:v>
                  </c:pt>
                  <c:pt idx="187">
                    <c:v>out/23</c:v>
                  </c:pt>
                  <c:pt idx="188">
                    <c:v>out/23</c:v>
                  </c:pt>
                  <c:pt idx="189">
                    <c:v>out/23</c:v>
                  </c:pt>
                  <c:pt idx="190">
                    <c:v>out/23</c:v>
                  </c:pt>
                  <c:pt idx="191">
                    <c:v>nov/23</c:v>
                  </c:pt>
                  <c:pt idx="192">
                    <c:v>nov/23</c:v>
                  </c:pt>
                  <c:pt idx="193">
                    <c:v>nov/23</c:v>
                  </c:pt>
                  <c:pt idx="194">
                    <c:v>nov/23</c:v>
                  </c:pt>
                  <c:pt idx="195">
                    <c:v>dez/23</c:v>
                  </c:pt>
                  <c:pt idx="196">
                    <c:v>dez/23</c:v>
                  </c:pt>
                  <c:pt idx="197">
                    <c:v>dez/23</c:v>
                  </c:pt>
                  <c:pt idx="198">
                    <c:v>dez/23</c:v>
                  </c:pt>
                  <c:pt idx="199">
                    <c:v>jan/24</c:v>
                  </c:pt>
                  <c:pt idx="200">
                    <c:v>jan/24</c:v>
                  </c:pt>
                  <c:pt idx="201">
                    <c:v>jan/24</c:v>
                  </c:pt>
                  <c:pt idx="202">
                    <c:v>jan/24</c:v>
                  </c:pt>
                  <c:pt idx="203">
                    <c:v>fev/24</c:v>
                  </c:pt>
                  <c:pt idx="204">
                    <c:v>fev/24</c:v>
                  </c:pt>
                  <c:pt idx="205">
                    <c:v>fev/24</c:v>
                  </c:pt>
                  <c:pt idx="206">
                    <c:v>fev/24</c:v>
                  </c:pt>
                  <c:pt idx="207">
                    <c:v>mar/24</c:v>
                  </c:pt>
                  <c:pt idx="208">
                    <c:v>mar/24</c:v>
                  </c:pt>
                  <c:pt idx="209">
                    <c:v>mar/24</c:v>
                  </c:pt>
                  <c:pt idx="210">
                    <c:v>mar/24</c:v>
                  </c:pt>
                  <c:pt idx="211">
                    <c:v>abr/24</c:v>
                  </c:pt>
                  <c:pt idx="212">
                    <c:v>abr/24</c:v>
                  </c:pt>
                  <c:pt idx="213">
                    <c:v>abr/24</c:v>
                  </c:pt>
                  <c:pt idx="214">
                    <c:v>abr/24</c:v>
                  </c:pt>
                  <c:pt idx="215">
                    <c:v>abr/24</c:v>
                  </c:pt>
                  <c:pt idx="216">
                    <c:v>mai/24</c:v>
                  </c:pt>
                  <c:pt idx="217">
                    <c:v>mai/24</c:v>
                  </c:pt>
                  <c:pt idx="218">
                    <c:v>mai/24</c:v>
                  </c:pt>
                  <c:pt idx="219">
                    <c:v>mai/24</c:v>
                  </c:pt>
                  <c:pt idx="220">
                    <c:v>jun/24</c:v>
                  </c:pt>
                  <c:pt idx="221">
                    <c:v>jun/24</c:v>
                  </c:pt>
                  <c:pt idx="222">
                    <c:v>jun/24</c:v>
                  </c:pt>
                  <c:pt idx="223">
                    <c:v>jun/24</c:v>
                  </c:pt>
                  <c:pt idx="224">
                    <c:v>jul/24</c:v>
                  </c:pt>
                  <c:pt idx="225">
                    <c:v>jul/24</c:v>
                  </c:pt>
                  <c:pt idx="226">
                    <c:v>jul/24</c:v>
                  </c:pt>
                  <c:pt idx="227">
                    <c:v>jul/24</c:v>
                  </c:pt>
                  <c:pt idx="228">
                    <c:v>ago/24</c:v>
                  </c:pt>
                  <c:pt idx="229">
                    <c:v>ago/24</c:v>
                  </c:pt>
                  <c:pt idx="230">
                    <c:v>ago/24</c:v>
                  </c:pt>
                  <c:pt idx="231">
                    <c:v>ago/24</c:v>
                  </c:pt>
                  <c:pt idx="232">
                    <c:v>ago/24</c:v>
                  </c:pt>
                  <c:pt idx="233">
                    <c:v>set/24</c:v>
                  </c:pt>
                  <c:pt idx="234">
                    <c:v>set/24</c:v>
                  </c:pt>
                  <c:pt idx="235">
                    <c:v>set/24</c:v>
                  </c:pt>
                  <c:pt idx="236">
                    <c:v>set/24</c:v>
                  </c:pt>
                  <c:pt idx="237">
                    <c:v>out/24</c:v>
                  </c:pt>
                  <c:pt idx="238">
                    <c:v>out/24</c:v>
                  </c:pt>
                  <c:pt idx="239">
                    <c:v>out/24</c:v>
                  </c:pt>
                  <c:pt idx="240">
                    <c:v>out/24</c:v>
                  </c:pt>
                  <c:pt idx="241">
                    <c:v>out/24</c:v>
                  </c:pt>
                  <c:pt idx="242">
                    <c:v>nov/24</c:v>
                  </c:pt>
                  <c:pt idx="243">
                    <c:v>nov/24</c:v>
                  </c:pt>
                  <c:pt idx="244">
                    <c:v>nov/24</c:v>
                  </c:pt>
                  <c:pt idx="245">
                    <c:v>dez/24</c:v>
                  </c:pt>
                  <c:pt idx="246">
                    <c:v>dez/24</c:v>
                  </c:pt>
                  <c:pt idx="247">
                    <c:v>dez/24</c:v>
                  </c:pt>
                  <c:pt idx="248">
                    <c:v>dez/24</c:v>
                  </c:pt>
                  <c:pt idx="249">
                    <c:v>jan/25</c:v>
                  </c:pt>
                  <c:pt idx="250">
                    <c:v>jan/25</c:v>
                  </c:pt>
                  <c:pt idx="251">
                    <c:v>jan/25</c:v>
                  </c:pt>
                  <c:pt idx="252">
                    <c:v>jan/25</c:v>
                  </c:pt>
                  <c:pt idx="253">
                    <c:v>jan/25</c:v>
                  </c:pt>
                  <c:pt idx="254">
                    <c:v>fev/25</c:v>
                  </c:pt>
                  <c:pt idx="255">
                    <c:v>fev/25</c:v>
                  </c:pt>
                  <c:pt idx="256">
                    <c:v>fev/25</c:v>
                  </c:pt>
                  <c:pt idx="257">
                    <c:v>fev/25</c:v>
                  </c:pt>
                  <c:pt idx="258">
                    <c:v>mar/25</c:v>
                  </c:pt>
                  <c:pt idx="259">
                    <c:v>mar/25</c:v>
                  </c:pt>
                  <c:pt idx="260">
                    <c:v>mar/25</c:v>
                  </c:pt>
                  <c:pt idx="261">
                    <c:v>abr/25</c:v>
                  </c:pt>
                  <c:pt idx="262">
                    <c:v>abr/25</c:v>
                  </c:pt>
                  <c:pt idx="263">
                    <c:v>abr/25</c:v>
                  </c:pt>
                  <c:pt idx="264">
                    <c:v>abr/25</c:v>
                  </c:pt>
                  <c:pt idx="265">
                    <c:v>mai/25</c:v>
                  </c:pt>
                  <c:pt idx="266">
                    <c:v>mai/25</c:v>
                  </c:pt>
                  <c:pt idx="267">
                    <c:v>mai/25</c:v>
                  </c:pt>
                  <c:pt idx="268">
                    <c:v>mai/25</c:v>
                  </c:pt>
                  <c:pt idx="269">
                    <c:v>mai/25</c:v>
                  </c:pt>
                  <c:pt idx="270">
                    <c:v>jun/25</c:v>
                  </c:pt>
                  <c:pt idx="271">
                    <c:v>jun/25</c:v>
                  </c:pt>
                  <c:pt idx="272">
                    <c:v>jun/25</c:v>
                  </c:pt>
                  <c:pt idx="273">
                    <c:v>jun/25</c:v>
                  </c:pt>
                  <c:pt idx="274">
                    <c:v>jul/25</c:v>
                  </c:pt>
                  <c:pt idx="275">
                    <c:v>jul/25</c:v>
                  </c:pt>
                  <c:pt idx="276">
                    <c:v>jul/25</c:v>
                  </c:pt>
                  <c:pt idx="277">
                    <c:v>jul/25</c:v>
                  </c:pt>
                  <c:pt idx="278">
                    <c:v>ago/25</c:v>
                  </c:pt>
                  <c:pt idx="279">
                    <c:v>ago/25</c:v>
                  </c:pt>
                  <c:pt idx="280">
                    <c:v>ago/25</c:v>
                  </c:pt>
                  <c:pt idx="281">
                    <c:v>ago/25</c:v>
                  </c:pt>
                  <c:pt idx="282">
                    <c:v>set/25</c:v>
                  </c:pt>
                  <c:pt idx="283">
                    <c:v>set/25</c:v>
                  </c:pt>
                  <c:pt idx="284">
                    <c:v>set/25</c:v>
                  </c:pt>
                  <c:pt idx="285">
                    <c:v>set/25</c:v>
                  </c:pt>
                  <c:pt idx="286">
                    <c:v>set/25</c:v>
                  </c:pt>
                  <c:pt idx="287">
                    <c:v>out/25</c:v>
                  </c:pt>
                  <c:pt idx="288">
                    <c:v>out/25</c:v>
                  </c:pt>
                  <c:pt idx="289">
                    <c:v>out/25</c:v>
                  </c:pt>
                  <c:pt idx="290">
                    <c:v>out/25</c:v>
                  </c:pt>
                  <c:pt idx="291">
                    <c:v>nov/25</c:v>
                  </c:pt>
                  <c:pt idx="292">
                    <c:v>nov/25</c:v>
                  </c:pt>
                  <c:pt idx="293">
                    <c:v>nov/25</c:v>
                  </c:pt>
                  <c:pt idx="294">
                    <c:v>nov/25</c:v>
                  </c:pt>
                  <c:pt idx="295">
                    <c:v>dez/25</c:v>
                  </c:pt>
                  <c:pt idx="296">
                    <c:v>dez/25</c:v>
                  </c:pt>
                  <c:pt idx="297">
                    <c:v>dez/25</c:v>
                  </c:pt>
                  <c:pt idx="298">
                    <c:v>dez/25</c:v>
                  </c:pt>
                  <c:pt idx="299">
                    <c:v>jan/26</c:v>
                  </c:pt>
                  <c:pt idx="300">
                    <c:v>jan/26</c:v>
                  </c:pt>
                  <c:pt idx="301">
                    <c:v>jan/26</c:v>
                  </c:pt>
                  <c:pt idx="302">
                    <c:v>jan/26</c:v>
                  </c:pt>
                  <c:pt idx="303">
                    <c:v>fev/26</c:v>
                  </c:pt>
                  <c:pt idx="304">
                    <c:v>fev/26</c:v>
                  </c:pt>
                  <c:pt idx="305">
                    <c:v>fev/26</c:v>
                  </c:pt>
                  <c:pt idx="306">
                    <c:v>fev/26</c:v>
                  </c:pt>
                  <c:pt idx="307">
                    <c:v>mar/26</c:v>
                  </c:pt>
                  <c:pt idx="308">
                    <c:v>mar/26</c:v>
                  </c:pt>
                  <c:pt idx="309">
                    <c:v>mar/26</c:v>
                  </c:pt>
                  <c:pt idx="310">
                    <c:v>mar/26</c:v>
                  </c:pt>
                  <c:pt idx="311">
                    <c:v>abr/26</c:v>
                  </c:pt>
                  <c:pt idx="312">
                    <c:v>abr/26</c:v>
                  </c:pt>
                  <c:pt idx="313">
                    <c:v>abr/26</c:v>
                  </c:pt>
                  <c:pt idx="314">
                    <c:v>abr/26</c:v>
                  </c:pt>
                  <c:pt idx="315">
                    <c:v>mai/26</c:v>
                  </c:pt>
                  <c:pt idx="316">
                    <c:v>mai/26</c:v>
                  </c:pt>
                  <c:pt idx="317">
                    <c:v>mai/26</c:v>
                  </c:pt>
                  <c:pt idx="318">
                    <c:v>mai/26</c:v>
                  </c:pt>
                  <c:pt idx="319">
                    <c:v>jun/26</c:v>
                  </c:pt>
                  <c:pt idx="320">
                    <c:v>jun/26</c:v>
                  </c:pt>
                  <c:pt idx="321">
                    <c:v>jun/26</c:v>
                  </c:pt>
                  <c:pt idx="322">
                    <c:v>jun/26</c:v>
                  </c:pt>
                  <c:pt idx="323">
                    <c:v>jun/26</c:v>
                  </c:pt>
                  <c:pt idx="324">
                    <c:v>jul/26</c:v>
                  </c:pt>
                  <c:pt idx="325">
                    <c:v>jul/26</c:v>
                  </c:pt>
                  <c:pt idx="326">
                    <c:v>jul/26</c:v>
                  </c:pt>
                  <c:pt idx="327">
                    <c:v>jul/26</c:v>
                  </c:pt>
                  <c:pt idx="328">
                    <c:v>ago/26</c:v>
                  </c:pt>
                  <c:pt idx="329">
                    <c:v>ago/26</c:v>
                  </c:pt>
                  <c:pt idx="330">
                    <c:v>ago/26</c:v>
                  </c:pt>
                  <c:pt idx="331">
                    <c:v>ago/26</c:v>
                  </c:pt>
                  <c:pt idx="332">
                    <c:v>set/26</c:v>
                  </c:pt>
                  <c:pt idx="333">
                    <c:v>set/26</c:v>
                  </c:pt>
                  <c:pt idx="334">
                    <c:v>set/26</c:v>
                  </c:pt>
                  <c:pt idx="335">
                    <c:v>set/26</c:v>
                  </c:pt>
                  <c:pt idx="336">
                    <c:v>set/26</c:v>
                  </c:pt>
                  <c:pt idx="337">
                    <c:v>out/26</c:v>
                  </c:pt>
                  <c:pt idx="338">
                    <c:v>out/26</c:v>
                  </c:pt>
                  <c:pt idx="339">
                    <c:v>out/26</c:v>
                  </c:pt>
                </c:lvl>
              </c:multiLvlStrCache>
            </c:multiLvlStrRef>
          </c:cat>
          <c:val>
            <c:numRef>
              <c:f>Sheet1!$C$2:$C$341</c:f>
              <c:numCache>
                <c:formatCode>General</c:formatCode>
                <c:ptCount val="340"/>
                <c:pt idx="0">
                  <c:v>-0.000658</c:v>
                </c:pt>
                <c:pt idx="1">
                  <c:v>-0.023227</c:v>
                </c:pt>
                <c:pt idx="2">
                  <c:v>-0.017191</c:v>
                </c:pt>
                <c:pt idx="3">
                  <c:v>0</c:v>
                </c:pt>
                <c:pt idx="4">
                  <c:v>-0.034893</c:v>
                </c:pt>
                <c:pt idx="5">
                  <c:v>-0.036976</c:v>
                </c:pt>
                <c:pt idx="6">
                  <c:v>-0.03741</c:v>
                </c:pt>
                <c:pt idx="7">
                  <c:v>-0.043486</c:v>
                </c:pt>
                <c:pt idx="8">
                  <c:v>-0.106067</c:v>
                </c:pt>
                <c:pt idx="9">
                  <c:v>-0.28218</c:v>
                </c:pt>
                <c:pt idx="10">
                  <c:v>-0.406302</c:v>
                </c:pt>
                <c:pt idx="11">
                  <c:v>-0.469317</c:v>
                </c:pt>
                <c:pt idx="12">
                  <c:v>-0.375315</c:v>
                </c:pt>
                <c:pt idx="13">
                  <c:v>-0.378787</c:v>
                </c:pt>
                <c:pt idx="14">
                  <c:v>-0.332957</c:v>
                </c:pt>
                <c:pt idx="15">
                  <c:v>-0.325579</c:v>
                </c:pt>
                <c:pt idx="16">
                  <c:v>-0.304053</c:v>
                </c:pt>
                <c:pt idx="17">
                  <c:v>-0.345543</c:v>
                </c:pt>
                <c:pt idx="18">
                  <c:v>-0.338165</c:v>
                </c:pt>
                <c:pt idx="19">
                  <c:v>-0.305876</c:v>
                </c:pt>
                <c:pt idx="20">
                  <c:v>-0.273935</c:v>
                </c:pt>
                <c:pt idx="21">
                  <c:v>-0.216127</c:v>
                </c:pt>
                <c:pt idx="22">
                  <c:v>-0.225328</c:v>
                </c:pt>
                <c:pt idx="23">
                  <c:v>-0.195903</c:v>
                </c:pt>
                <c:pt idx="24">
                  <c:v>-0.216908</c:v>
                </c:pt>
                <c:pt idx="25">
                  <c:v>-0.191129</c:v>
                </c:pt>
                <c:pt idx="26">
                  <c:v>-0.163788</c:v>
                </c:pt>
                <c:pt idx="27">
                  <c:v>-0.139571</c:v>
                </c:pt>
                <c:pt idx="28">
                  <c:v>-0.144258</c:v>
                </c:pt>
                <c:pt idx="29">
                  <c:v>-0.138182</c:v>
                </c:pt>
                <c:pt idx="30">
                  <c:v>-0.142175</c:v>
                </c:pt>
                <c:pt idx="31">
                  <c:v>-0.15398</c:v>
                </c:pt>
                <c:pt idx="32">
                  <c:v>-0.152851</c:v>
                </c:pt>
                <c:pt idx="33">
                  <c:v>-0.146775</c:v>
                </c:pt>
                <c:pt idx="34">
                  <c:v>-0.154414</c:v>
                </c:pt>
                <c:pt idx="35">
                  <c:v>-0.162312</c:v>
                </c:pt>
                <c:pt idx="36">
                  <c:v>-0.189306</c:v>
                </c:pt>
                <c:pt idx="37">
                  <c:v>-0.208402</c:v>
                </c:pt>
                <c:pt idx="38">
                  <c:v>-0.195903</c:v>
                </c:pt>
                <c:pt idx="39">
                  <c:v>-0.177155</c:v>
                </c:pt>
                <c:pt idx="40">
                  <c:v>-0.160924</c:v>
                </c:pt>
                <c:pt idx="41">
                  <c:v>-0.169517</c:v>
                </c:pt>
                <c:pt idx="42">
                  <c:v>-0.18271</c:v>
                </c:pt>
                <c:pt idx="43">
                  <c:v>-0.124295</c:v>
                </c:pt>
                <c:pt idx="44">
                  <c:v>-0.115355</c:v>
                </c:pt>
                <c:pt idx="45">
                  <c:v>-0.079767</c:v>
                </c:pt>
                <c:pt idx="46">
                  <c:v>-0.061279</c:v>
                </c:pt>
                <c:pt idx="47">
                  <c:v>-0.039146</c:v>
                </c:pt>
                <c:pt idx="48">
                  <c:v>-0.010589</c:v>
                </c:pt>
                <c:pt idx="49">
                  <c:v>-0.004427</c:v>
                </c:pt>
                <c:pt idx="50">
                  <c:v>0</c:v>
                </c:pt>
                <c:pt idx="51">
                  <c:v>-0.025249</c:v>
                </c:pt>
                <c:pt idx="52">
                  <c:v>-0.042857</c:v>
                </c:pt>
                <c:pt idx="53">
                  <c:v>-0.04892</c:v>
                </c:pt>
                <c:pt idx="54">
                  <c:v>-0.048007</c:v>
                </c:pt>
                <c:pt idx="55">
                  <c:v>-0.045681</c:v>
                </c:pt>
                <c:pt idx="56">
                  <c:v>-0.100914</c:v>
                </c:pt>
                <c:pt idx="57">
                  <c:v>-0.1201</c:v>
                </c:pt>
                <c:pt idx="58">
                  <c:v>-0.125</c:v>
                </c:pt>
                <c:pt idx="59">
                  <c:v>-0.082062</c:v>
                </c:pt>
                <c:pt idx="60">
                  <c:v>-0.081095</c:v>
                </c:pt>
                <c:pt idx="61">
                  <c:v>-0.077572</c:v>
                </c:pt>
                <c:pt idx="62">
                  <c:v>-0.060934</c:v>
                </c:pt>
                <c:pt idx="63">
                  <c:v>-0.047591</c:v>
                </c:pt>
                <c:pt idx="64">
                  <c:v>-0.040864</c:v>
                </c:pt>
                <c:pt idx="65">
                  <c:v>-0.033223</c:v>
                </c:pt>
                <c:pt idx="66">
                  <c:v>-0.043605</c:v>
                </c:pt>
                <c:pt idx="67">
                  <c:v>-0.042608</c:v>
                </c:pt>
                <c:pt idx="68">
                  <c:v>-0.01985</c:v>
                </c:pt>
                <c:pt idx="69">
                  <c:v>-0.009635</c:v>
                </c:pt>
                <c:pt idx="70">
                  <c:v>0</c:v>
                </c:pt>
                <c:pt idx="71">
                  <c:v>-0.005964</c:v>
                </c:pt>
                <c:pt idx="72">
                  <c:v>-0.021153</c:v>
                </c:pt>
                <c:pt idx="73">
                  <c:v>-0.009702</c:v>
                </c:pt>
                <c:pt idx="74">
                  <c:v>-0.03992</c:v>
                </c:pt>
                <c:pt idx="75">
                  <c:v>-0.040477</c:v>
                </c:pt>
                <c:pt idx="76">
                  <c:v>-0.036581</c:v>
                </c:pt>
                <c:pt idx="77">
                  <c:v>-0.044135</c:v>
                </c:pt>
                <c:pt idx="78">
                  <c:v>-0.068708</c:v>
                </c:pt>
                <c:pt idx="79">
                  <c:v>-0.059722</c:v>
                </c:pt>
                <c:pt idx="80">
                  <c:v>-0.073082</c:v>
                </c:pt>
                <c:pt idx="81">
                  <c:v>-0.096223</c:v>
                </c:pt>
                <c:pt idx="82">
                  <c:v>-0.076103</c:v>
                </c:pt>
                <c:pt idx="83">
                  <c:v>-0.108628</c:v>
                </c:pt>
                <c:pt idx="84">
                  <c:v>-0.10839</c:v>
                </c:pt>
                <c:pt idx="85">
                  <c:v>-0.166839</c:v>
                </c:pt>
                <c:pt idx="86">
                  <c:v>-0.134076</c:v>
                </c:pt>
                <c:pt idx="87">
                  <c:v>-0.155626</c:v>
                </c:pt>
                <c:pt idx="88">
                  <c:v>-0.143141</c:v>
                </c:pt>
                <c:pt idx="89">
                  <c:v>-0.150696</c:v>
                </c:pt>
                <c:pt idx="90">
                  <c:v>-0.186879</c:v>
                </c:pt>
                <c:pt idx="91">
                  <c:v>-0.188867</c:v>
                </c:pt>
                <c:pt idx="92">
                  <c:v>-0.188708</c:v>
                </c:pt>
                <c:pt idx="93">
                  <c:v>-0.215507</c:v>
                </c:pt>
                <c:pt idx="94">
                  <c:v>-0.188946</c:v>
                </c:pt>
                <c:pt idx="95">
                  <c:v>-0.201352</c:v>
                </c:pt>
                <c:pt idx="96">
                  <c:v>-0.187753</c:v>
                </c:pt>
                <c:pt idx="97">
                  <c:v>-0.169702</c:v>
                </c:pt>
                <c:pt idx="98">
                  <c:v>-0.198012</c:v>
                </c:pt>
                <c:pt idx="99">
                  <c:v>-0.205328</c:v>
                </c:pt>
                <c:pt idx="100">
                  <c:v>-0.217256</c:v>
                </c:pt>
                <c:pt idx="101">
                  <c:v>-0.184254</c:v>
                </c:pt>
                <c:pt idx="102">
                  <c:v>-0.172326</c:v>
                </c:pt>
                <c:pt idx="103">
                  <c:v>-0.141312</c:v>
                </c:pt>
                <c:pt idx="104">
                  <c:v>-0.14338</c:v>
                </c:pt>
                <c:pt idx="105">
                  <c:v>-0.129066</c:v>
                </c:pt>
                <c:pt idx="106">
                  <c:v>-0.145527</c:v>
                </c:pt>
                <c:pt idx="107">
                  <c:v>-0.116501</c:v>
                </c:pt>
                <c:pt idx="108">
                  <c:v>-0.126998</c:v>
                </c:pt>
                <c:pt idx="109">
                  <c:v>-0.147992</c:v>
                </c:pt>
                <c:pt idx="110">
                  <c:v>-0.102187</c:v>
                </c:pt>
                <c:pt idx="111">
                  <c:v>-0.07833</c:v>
                </c:pt>
                <c:pt idx="112">
                  <c:v>-0.094473</c:v>
                </c:pt>
                <c:pt idx="113">
                  <c:v>-0.105209</c:v>
                </c:pt>
                <c:pt idx="114">
                  <c:v>-0.151093</c:v>
                </c:pt>
                <c:pt idx="115">
                  <c:v>-0.177734</c:v>
                </c:pt>
                <c:pt idx="116">
                  <c:v>-0.19499</c:v>
                </c:pt>
                <c:pt idx="117">
                  <c:v>-0.178608</c:v>
                </c:pt>
                <c:pt idx="118">
                  <c:v>-0.167714</c:v>
                </c:pt>
                <c:pt idx="119">
                  <c:v>-0.141948</c:v>
                </c:pt>
                <c:pt idx="120">
                  <c:v>-0.145288</c:v>
                </c:pt>
                <c:pt idx="121">
                  <c:v>-0.190298</c:v>
                </c:pt>
                <c:pt idx="122">
                  <c:v>-0.234274</c:v>
                </c:pt>
                <c:pt idx="123">
                  <c:v>-0.225845</c:v>
                </c:pt>
                <c:pt idx="124">
                  <c:v>-0.242942</c:v>
                </c:pt>
                <c:pt idx="125">
                  <c:v>-0.246123</c:v>
                </c:pt>
                <c:pt idx="126">
                  <c:v>-0.257495</c:v>
                </c:pt>
                <c:pt idx="127">
                  <c:v>-0.230616</c:v>
                </c:pt>
                <c:pt idx="128">
                  <c:v>-0.216223</c:v>
                </c:pt>
                <c:pt idx="129">
                  <c:v>-0.1666</c:v>
                </c:pt>
                <c:pt idx="130">
                  <c:v>-0.133439</c:v>
                </c:pt>
                <c:pt idx="131">
                  <c:v>-0.151252</c:v>
                </c:pt>
                <c:pt idx="132">
                  <c:v>-0.137972</c:v>
                </c:pt>
                <c:pt idx="133">
                  <c:v>-0.137575</c:v>
                </c:pt>
                <c:pt idx="134">
                  <c:v>-0.149264</c:v>
                </c:pt>
                <c:pt idx="135">
                  <c:v>-0.134394</c:v>
                </c:pt>
                <c:pt idx="136">
                  <c:v>-0.167555</c:v>
                </c:pt>
                <c:pt idx="137">
                  <c:v>-0.106561</c:v>
                </c:pt>
                <c:pt idx="138">
                  <c:v>-0.118171</c:v>
                </c:pt>
                <c:pt idx="139">
                  <c:v>-0.106561</c:v>
                </c:pt>
                <c:pt idx="140">
                  <c:v>-0.13495</c:v>
                </c:pt>
                <c:pt idx="141">
                  <c:v>-0.100596</c:v>
                </c:pt>
                <c:pt idx="142">
                  <c:v>-0.156262</c:v>
                </c:pt>
                <c:pt idx="143">
                  <c:v>-0.166203</c:v>
                </c:pt>
                <c:pt idx="144">
                  <c:v>-0.164453</c:v>
                </c:pt>
                <c:pt idx="145">
                  <c:v>-0.141551</c:v>
                </c:pt>
                <c:pt idx="146">
                  <c:v>-0.173757</c:v>
                </c:pt>
                <c:pt idx="147">
                  <c:v>-0.209543</c:v>
                </c:pt>
                <c:pt idx="148">
                  <c:v>-0.157058</c:v>
                </c:pt>
                <c:pt idx="149">
                  <c:v>-0.183857</c:v>
                </c:pt>
                <c:pt idx="150">
                  <c:v>-0.162227</c:v>
                </c:pt>
                <c:pt idx="151">
                  <c:v>-0.161272</c:v>
                </c:pt>
                <c:pt idx="152">
                  <c:v>-0.141948</c:v>
                </c:pt>
                <c:pt idx="153">
                  <c:v>-0.135587</c:v>
                </c:pt>
                <c:pt idx="154">
                  <c:v>-0.163022</c:v>
                </c:pt>
                <c:pt idx="155">
                  <c:v>-0.161272</c:v>
                </c:pt>
                <c:pt idx="156">
                  <c:v>-0.176143</c:v>
                </c:pt>
                <c:pt idx="157">
                  <c:v>-0.195229</c:v>
                </c:pt>
                <c:pt idx="158">
                  <c:v>-0.179165</c:v>
                </c:pt>
                <c:pt idx="159">
                  <c:v>-0.209622</c:v>
                </c:pt>
                <c:pt idx="160">
                  <c:v>-0.22839</c:v>
                </c:pt>
                <c:pt idx="161">
                  <c:v>-0.216302</c:v>
                </c:pt>
                <c:pt idx="162">
                  <c:v>-0.223618</c:v>
                </c:pt>
                <c:pt idx="163">
                  <c:v>-0.181471</c:v>
                </c:pt>
                <c:pt idx="164">
                  <c:v>-0.196819</c:v>
                </c:pt>
                <c:pt idx="165">
                  <c:v>-0.197614</c:v>
                </c:pt>
                <c:pt idx="166">
                  <c:v>-0.18497</c:v>
                </c:pt>
                <c:pt idx="167">
                  <c:v>-0.161272</c:v>
                </c:pt>
                <c:pt idx="168">
                  <c:v>-0.152684</c:v>
                </c:pt>
                <c:pt idx="169">
                  <c:v>-0.150934</c:v>
                </c:pt>
                <c:pt idx="170">
                  <c:v>-0.132087</c:v>
                </c:pt>
                <c:pt idx="171">
                  <c:v>-0.101869</c:v>
                </c:pt>
                <c:pt idx="172">
                  <c:v>-0.078966</c:v>
                </c:pt>
                <c:pt idx="173">
                  <c:v>-0.095268</c:v>
                </c:pt>
                <c:pt idx="174">
                  <c:v>-0.083579</c:v>
                </c:pt>
                <c:pt idx="175">
                  <c:v>-0.09503</c:v>
                </c:pt>
                <c:pt idx="176">
                  <c:v>-0.093837</c:v>
                </c:pt>
                <c:pt idx="177">
                  <c:v>-0.061789</c:v>
                </c:pt>
                <c:pt idx="178">
                  <c:v>-0.065447</c:v>
                </c:pt>
                <c:pt idx="179">
                  <c:v>-0.08334</c:v>
                </c:pt>
                <c:pt idx="180">
                  <c:v>-0.106402</c:v>
                </c:pt>
                <c:pt idx="181">
                  <c:v>-0.106083</c:v>
                </c:pt>
                <c:pt idx="182">
                  <c:v>-0.088509</c:v>
                </c:pt>
                <c:pt idx="183">
                  <c:v>-0.096461</c:v>
                </c:pt>
                <c:pt idx="184">
                  <c:v>-0.089781</c:v>
                </c:pt>
                <c:pt idx="185">
                  <c:v>-0.085249</c:v>
                </c:pt>
                <c:pt idx="186">
                  <c:v>-0.119682</c:v>
                </c:pt>
                <c:pt idx="187">
                  <c:v>-0.123817</c:v>
                </c:pt>
                <c:pt idx="188">
                  <c:v>-0.097416</c:v>
                </c:pt>
                <c:pt idx="189">
                  <c:v>-0.120477</c:v>
                </c:pt>
                <c:pt idx="190">
                  <c:v>-0.114115</c:v>
                </c:pt>
                <c:pt idx="191">
                  <c:v>-0.087475</c:v>
                </c:pt>
                <c:pt idx="192">
                  <c:v>-0.069503</c:v>
                </c:pt>
                <c:pt idx="193">
                  <c:v>-0.027833</c:v>
                </c:pt>
                <c:pt idx="194">
                  <c:v>-0.030298</c:v>
                </c:pt>
                <c:pt idx="195">
                  <c:v>-0.022187</c:v>
                </c:pt>
                <c:pt idx="196">
                  <c:v>-0.020994</c:v>
                </c:pt>
                <c:pt idx="197">
                  <c:v>0</c:v>
                </c:pt>
                <c:pt idx="198">
                  <c:v>0</c:v>
                </c:pt>
                <c:pt idx="199">
                  <c:v>-0.023839</c:v>
                </c:pt>
                <c:pt idx="200">
                  <c:v>-0.027978</c:v>
                </c:pt>
                <c:pt idx="201">
                  <c:v>-0.05289</c:v>
                </c:pt>
                <c:pt idx="202">
                  <c:v>-0.045991</c:v>
                </c:pt>
                <c:pt idx="203">
                  <c:v>-0.043692</c:v>
                </c:pt>
                <c:pt idx="204">
                  <c:v>-0.045608</c:v>
                </c:pt>
                <c:pt idx="205">
                  <c:v>-0.040779</c:v>
                </c:pt>
                <c:pt idx="206">
                  <c:v>-0.03595</c:v>
                </c:pt>
                <c:pt idx="207">
                  <c:v>-0.045685</c:v>
                </c:pt>
                <c:pt idx="208">
                  <c:v>-0.062395</c:v>
                </c:pt>
                <c:pt idx="209">
                  <c:v>-0.056799</c:v>
                </c:pt>
                <c:pt idx="210">
                  <c:v>-0.055726</c:v>
                </c:pt>
                <c:pt idx="211">
                  <c:v>-0.05151</c:v>
                </c:pt>
                <c:pt idx="212">
                  <c:v>-0.034877</c:v>
                </c:pt>
                <c:pt idx="213">
                  <c:v>-0.073662</c:v>
                </c:pt>
                <c:pt idx="214">
                  <c:v>-0.06937</c:v>
                </c:pt>
                <c:pt idx="215">
                  <c:v>-0.061935</c:v>
                </c:pt>
                <c:pt idx="216">
                  <c:v>-0.036103</c:v>
                </c:pt>
                <c:pt idx="217">
                  <c:v>-0.047754</c:v>
                </c:pt>
                <c:pt idx="218">
                  <c:v>-0.064311</c:v>
                </c:pt>
                <c:pt idx="219">
                  <c:v>-0.086923</c:v>
                </c:pt>
                <c:pt idx="220">
                  <c:v>-0.084777</c:v>
                </c:pt>
                <c:pt idx="221">
                  <c:v>-0.109459</c:v>
                </c:pt>
                <c:pt idx="222">
                  <c:v>-0.102254</c:v>
                </c:pt>
                <c:pt idx="223">
                  <c:v>-0.074046</c:v>
                </c:pt>
                <c:pt idx="224">
                  <c:v>-0.060095</c:v>
                </c:pt>
                <c:pt idx="225">
                  <c:v>-0.045148</c:v>
                </c:pt>
                <c:pt idx="226">
                  <c:v>-0.049364</c:v>
                </c:pt>
                <c:pt idx="227">
                  <c:v>-0.061705</c:v>
                </c:pt>
                <c:pt idx="228">
                  <c:v>-0.05151</c:v>
                </c:pt>
                <c:pt idx="229">
                  <c:v>-0.039552</c:v>
                </c:pt>
                <c:pt idx="230">
                  <c:v>0</c:v>
                </c:pt>
                <c:pt idx="231">
                  <c:v>-0.008814</c:v>
                </c:pt>
                <c:pt idx="232">
                  <c:v>-0.010852</c:v>
                </c:pt>
                <c:pt idx="233">
                  <c:v>-0.005463</c:v>
                </c:pt>
                <c:pt idx="234">
                  <c:v>-0.024772</c:v>
                </c:pt>
                <c:pt idx="235">
                  <c:v>-0.031807</c:v>
                </c:pt>
                <c:pt idx="236">
                  <c:v>-0.032106</c:v>
                </c:pt>
                <c:pt idx="237">
                  <c:v>-0.041835</c:v>
                </c:pt>
                <c:pt idx="238">
                  <c:v>-0.05104</c:v>
                </c:pt>
                <c:pt idx="239">
                  <c:v>-0.047223</c:v>
                </c:pt>
                <c:pt idx="240">
                  <c:v>-0.052537</c:v>
                </c:pt>
                <c:pt idx="241">
                  <c:v>-0.055082</c:v>
                </c:pt>
                <c:pt idx="242">
                  <c:v>-0.056578</c:v>
                </c:pt>
                <c:pt idx="243">
                  <c:v>-0.069975</c:v>
                </c:pt>
                <c:pt idx="244">
                  <c:v>-0.059497</c:v>
                </c:pt>
                <c:pt idx="245">
                  <c:v>-0.087861</c:v>
                </c:pt>
                <c:pt idx="246">
                  <c:v>-0.073791</c:v>
                </c:pt>
                <c:pt idx="247">
                  <c:v>-0.100284</c:v>
                </c:pt>
                <c:pt idx="248">
                  <c:v>-0.119144</c:v>
                </c:pt>
                <c:pt idx="249">
                  <c:v>-0.135983</c:v>
                </c:pt>
                <c:pt idx="250">
                  <c:v>-0.132166</c:v>
                </c:pt>
                <c:pt idx="251">
                  <c:v>-0.107544</c:v>
                </c:pt>
                <c:pt idx="252">
                  <c:v>-0.106047</c:v>
                </c:pt>
                <c:pt idx="253">
                  <c:v>-0.079479</c:v>
                </c:pt>
                <c:pt idx="254">
                  <c:v>-0.090855</c:v>
                </c:pt>
                <c:pt idx="255">
                  <c:v>-0.065484</c:v>
                </c:pt>
                <c:pt idx="256">
                  <c:v>-0.072444</c:v>
                </c:pt>
                <c:pt idx="257">
                  <c:v>-0.101856</c:v>
                </c:pt>
                <c:pt idx="258">
                  <c:v>-0.097815</c:v>
                </c:pt>
                <c:pt idx="259">
                  <c:v>-0.040114</c:v>
                </c:pt>
                <c:pt idx="260">
                  <c:v>-0.034276</c:v>
                </c:pt>
                <c:pt idx="261">
                  <c:v>-0.04176</c:v>
                </c:pt>
                <c:pt idx="262">
                  <c:v>-0.094148</c:v>
                </c:pt>
                <c:pt idx="263">
                  <c:v>-0.055531</c:v>
                </c:pt>
                <c:pt idx="264">
                  <c:v>-0.016764</c:v>
                </c:pt>
                <c:pt idx="265">
                  <c:v>-0.013246</c:v>
                </c:pt>
                <c:pt idx="266">
                  <c:v>-0.002844</c:v>
                </c:pt>
                <c:pt idx="267">
                  <c:v>0</c:v>
                </c:pt>
                <c:pt idx="268">
                  <c:v>-0.017319</c:v>
                </c:pt>
                <c:pt idx="269">
                  <c:v>-0.020827</c:v>
                </c:pt>
                <c:pt idx="270">
                  <c:v>-0.027623</c:v>
                </c:pt>
                <c:pt idx="271">
                  <c:v>-0.020827</c:v>
                </c:pt>
                <c:pt idx="272">
                  <c:v>-0.024627</c:v>
                </c:pt>
                <c:pt idx="273">
                  <c:v>-0.007235</c:v>
                </c:pt>
                <c:pt idx="274">
                  <c:v>-0.012163</c:v>
                </c:pt>
                <c:pt idx="275">
                  <c:v>-0.043727</c:v>
                </c:pt>
                <c:pt idx="276">
                  <c:v>-0.05017</c:v>
                </c:pt>
                <c:pt idx="277">
                  <c:v>-0.064287</c:v>
                </c:pt>
                <c:pt idx="278">
                  <c:v>-0.058858</c:v>
                </c:pt>
                <c:pt idx="279">
                  <c:v>-0.040759</c:v>
                </c:pt>
                <c:pt idx="280">
                  <c:v>-0.02751</c:v>
                </c:pt>
                <c:pt idx="281">
                  <c:v>-0.021863</c:v>
                </c:pt>
                <c:pt idx="282">
                  <c:v>-0.001516</c:v>
                </c:pt>
                <c:pt idx="283">
                  <c:v>-0.006087</c:v>
                </c:pt>
                <c:pt idx="284">
                  <c:v>0</c:v>
                </c:pt>
                <c:pt idx="285">
                  <c:v>-0.005603</c:v>
                </c:pt>
                <c:pt idx="286">
                  <c:v>0</c:v>
                </c:pt>
                <c:pt idx="287">
                  <c:v>-0.01938</c:v>
                </c:pt>
                <c:pt idx="288">
                  <c:v>-0.032764</c:v>
                </c:pt>
                <c:pt idx="289">
                  <c:v>-0.015197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-0.006525</c:v>
                </c:pt>
                <c:pt idx="294">
                  <c:v>-0.011822</c:v>
                </c:pt>
                <c:pt idx="295">
                  <c:v>0</c:v>
                </c:pt>
                <c:pt idx="296">
                  <c:v>-0.041788</c:v>
                </c:pt>
                <c:pt idx="297">
                  <c:v>-0.038006</c:v>
                </c:pt>
                <c:pt idx="298">
                  <c:v>-0.023932</c:v>
                </c:pt>
                <c:pt idx="299">
                  <c:v>-0.017174</c:v>
                </c:pt>
                <c:pt idx="300">
                  <c:v>-0.007068</c:v>
                </c:pt>
                <c:pt idx="301">
                  <c:v>-0.003753</c:v>
                </c:pt>
                <c:pt idx="302">
                  <c:v>-0.002277</c:v>
                </c:pt>
                <c:pt idx="303">
                  <c:v>-0.012128</c:v>
                </c:pt>
                <c:pt idx="304">
                  <c:v>0</c:v>
                </c:pt>
                <c:pt idx="305">
                  <c:v>-0.019141</c:v>
                </c:pt>
                <c:pt idx="306">
                  <c:v>-0.001704</c:v>
                </c:pt>
                <c:pt idx="307">
                  <c:v>-0.032911</c:v>
                </c:pt>
                <c:pt idx="308">
                  <c:v>-0.040313</c:v>
                </c:pt>
                <c:pt idx="309">
                  <c:v>-0.063798</c:v>
                </c:pt>
                <c:pt idx="310">
                  <c:v>-0.029716</c:v>
                </c:pt>
                <c:pt idx="311">
                  <c:v>-0.019171</c:v>
                </c:pt>
                <c:pt idx="312">
                  <c:v>0</c:v>
                </c:pt>
                <c:pt idx="313">
                  <c:v>-0.010812</c:v>
                </c:pt>
                <c:pt idx="314">
                  <c:v>-0.041761</c:v>
                </c:pt>
                <c:pt idx="315">
                  <c:v>-0.068662</c:v>
                </c:pt>
                <c:pt idx="316">
                  <c:v>-0.084905</c:v>
                </c:pt>
                <c:pt idx="317">
                  <c:v>-0.108424</c:v>
                </c:pt>
                <c:pt idx="318">
                  <c:v>-0.105964</c:v>
                </c:pt>
                <c:pt idx="319">
                  <c:v>-0.133429</c:v>
                </c:pt>
                <c:pt idx="320">
                  <c:v>-0.147264</c:v>
                </c:pt>
                <c:pt idx="321">
                  <c:v>-0.147622</c:v>
                </c:pt>
                <c:pt idx="322">
                  <c:v>-0.138092</c:v>
                </c:pt>
                <c:pt idx="323">
                  <c:v>-0.133788</c:v>
                </c:pt>
                <c:pt idx="324">
                  <c:v>-0.13389</c:v>
                </c:pt>
                <c:pt idx="325">
                  <c:v>-0.110473</c:v>
                </c:pt>
                <c:pt idx="326">
                  <c:v>-0.127178</c:v>
                </c:pt>
                <c:pt idx="327">
                  <c:v>-0.109756</c:v>
                </c:pt>
                <c:pt idx="328">
                  <c:v>-0.104068</c:v>
                </c:pt>
                <c:pt idx="329">
                  <c:v>-0.154284</c:v>
                </c:pt>
                <c:pt idx="330">
                  <c:v>-0.16197</c:v>
                </c:pt>
                <c:pt idx="331">
                  <c:v>-0.119287</c:v>
                </c:pt>
                <c:pt idx="332">
                  <c:v>-0.092539</c:v>
                </c:pt>
                <c:pt idx="333">
                  <c:v>-0.062974</c:v>
                </c:pt>
                <c:pt idx="334">
                  <c:v>-0.06405</c:v>
                </c:pt>
                <c:pt idx="335">
                  <c:v>-0.063025</c:v>
                </c:pt>
                <c:pt idx="336">
                  <c:v>-0.056774</c:v>
                </c:pt>
                <c:pt idx="337">
                  <c:v>-0.01517</c:v>
                </c:pt>
                <c:pt idx="338">
                  <c:v>-0.020238</c:v>
                </c:pt>
                <c:pt idx="339">
                  <c:v>-0.015811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2"/>
      </c:catAx>
      <c:valAx>
        <c:axId val="2094734552"/>
        <c:scaling>
          <c:orientation val="minMax"/>
          <c:max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;&quot;−&quot;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Excesso acumulado sobre o CDI (líquido)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Treino (jul/2011 a 2019)</c:v>
                </c:pt>
              </c:strCache>
            </c:strRef>
          </c:tx>
          <c:spPr>
            <a:solidFill>
              <a:srgbClr val="9CA3AF"/>
            </a:solidFill>
            <a:ln w="28575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Sheet1!$A$2:$A$763</c:f>
              <c:multiLvlStrCache>
                <c:ptCount val="762"/>
                <c:lvl>
                  <c:pt idx="0">
                    <c:v>jul/11</c:v>
                  </c:pt>
                  <c:pt idx="1">
                    <c:v>jul/11</c:v>
                  </c:pt>
                  <c:pt idx="2">
                    <c:v>jul/11</c:v>
                  </c:pt>
                  <c:pt idx="3">
                    <c:v>jul/11</c:v>
                  </c:pt>
                  <c:pt idx="4">
                    <c:v>jul/11</c:v>
                  </c:pt>
                  <c:pt idx="5">
                    <c:v>ago/11</c:v>
                  </c:pt>
                  <c:pt idx="6">
                    <c:v>ago/11</c:v>
                  </c:pt>
                  <c:pt idx="7">
                    <c:v>ago/11</c:v>
                  </c:pt>
                  <c:pt idx="8">
                    <c:v>ago/11</c:v>
                  </c:pt>
                  <c:pt idx="9">
                    <c:v>set/11</c:v>
                  </c:pt>
                  <c:pt idx="10">
                    <c:v>set/11</c:v>
                  </c:pt>
                  <c:pt idx="11">
                    <c:v>set/11</c:v>
                  </c:pt>
                  <c:pt idx="12">
                    <c:v>set/11</c:v>
                  </c:pt>
                  <c:pt idx="13">
                    <c:v>out/11</c:v>
                  </c:pt>
                  <c:pt idx="14">
                    <c:v>out/11</c:v>
                  </c:pt>
                  <c:pt idx="15">
                    <c:v>out/11</c:v>
                  </c:pt>
                  <c:pt idx="16">
                    <c:v>out/11</c:v>
                  </c:pt>
                  <c:pt idx="17">
                    <c:v>nov/11</c:v>
                  </c:pt>
                  <c:pt idx="18">
                    <c:v>nov/11</c:v>
                  </c:pt>
                  <c:pt idx="19">
                    <c:v>nov/11</c:v>
                  </c:pt>
                  <c:pt idx="20">
                    <c:v>nov/11</c:v>
                  </c:pt>
                  <c:pt idx="21">
                    <c:v>dez/11</c:v>
                  </c:pt>
                  <c:pt idx="22">
                    <c:v>dez/11</c:v>
                  </c:pt>
                  <c:pt idx="23">
                    <c:v>dez/11</c:v>
                  </c:pt>
                  <c:pt idx="24">
                    <c:v>dez/11</c:v>
                  </c:pt>
                  <c:pt idx="25">
                    <c:v>dez/11</c:v>
                  </c:pt>
                  <c:pt idx="26">
                    <c:v>jan/12</c:v>
                  </c:pt>
                  <c:pt idx="27">
                    <c:v>jan/12</c:v>
                  </c:pt>
                  <c:pt idx="28">
                    <c:v>jan/12</c:v>
                  </c:pt>
                  <c:pt idx="29">
                    <c:v>jan/12</c:v>
                  </c:pt>
                  <c:pt idx="30">
                    <c:v>fev/12</c:v>
                  </c:pt>
                  <c:pt idx="31">
                    <c:v>fev/12</c:v>
                  </c:pt>
                  <c:pt idx="32">
                    <c:v>fev/12</c:v>
                  </c:pt>
                  <c:pt idx="33">
                    <c:v>mar/12</c:v>
                  </c:pt>
                  <c:pt idx="34">
                    <c:v>mar/12</c:v>
                  </c:pt>
                  <c:pt idx="35">
                    <c:v>mar/12</c:v>
                  </c:pt>
                  <c:pt idx="36">
                    <c:v>mar/12</c:v>
                  </c:pt>
                  <c:pt idx="37">
                    <c:v>mar/12</c:v>
                  </c:pt>
                  <c:pt idx="38">
                    <c:v>abr/12</c:v>
                  </c:pt>
                  <c:pt idx="39">
                    <c:v>abr/12</c:v>
                  </c:pt>
                  <c:pt idx="40">
                    <c:v>abr/12</c:v>
                  </c:pt>
                  <c:pt idx="41">
                    <c:v>abr/12</c:v>
                  </c:pt>
                  <c:pt idx="42">
                    <c:v>mai/12</c:v>
                  </c:pt>
                  <c:pt idx="43">
                    <c:v>mai/12</c:v>
                  </c:pt>
                  <c:pt idx="44">
                    <c:v>mai/12</c:v>
                  </c:pt>
                  <c:pt idx="45">
                    <c:v>mai/12</c:v>
                  </c:pt>
                  <c:pt idx="46">
                    <c:v>jun/12</c:v>
                  </c:pt>
                  <c:pt idx="47">
                    <c:v>jun/12</c:v>
                  </c:pt>
                  <c:pt idx="48">
                    <c:v>jun/12</c:v>
                  </c:pt>
                  <c:pt idx="49">
                    <c:v>jun/12</c:v>
                  </c:pt>
                  <c:pt idx="50">
                    <c:v>jul/12</c:v>
                  </c:pt>
                  <c:pt idx="51">
                    <c:v>jul/12</c:v>
                  </c:pt>
                  <c:pt idx="52">
                    <c:v>jul/12</c:v>
                  </c:pt>
                  <c:pt idx="53">
                    <c:v>jul/12</c:v>
                  </c:pt>
                  <c:pt idx="54">
                    <c:v>ago/12</c:v>
                  </c:pt>
                  <c:pt idx="55">
                    <c:v>ago/12</c:v>
                  </c:pt>
                  <c:pt idx="56">
                    <c:v>ago/12</c:v>
                  </c:pt>
                  <c:pt idx="57">
                    <c:v>ago/12</c:v>
                  </c:pt>
                  <c:pt idx="58">
                    <c:v>ago/12</c:v>
                  </c:pt>
                  <c:pt idx="59">
                    <c:v>set/12</c:v>
                  </c:pt>
                  <c:pt idx="60">
                    <c:v>set/12</c:v>
                  </c:pt>
                  <c:pt idx="61">
                    <c:v>set/12</c:v>
                  </c:pt>
                  <c:pt idx="62">
                    <c:v>set/12</c:v>
                  </c:pt>
                  <c:pt idx="63">
                    <c:v>out/12</c:v>
                  </c:pt>
                  <c:pt idx="64">
                    <c:v>out/12</c:v>
                  </c:pt>
                  <c:pt idx="65">
                    <c:v>out/12</c:v>
                  </c:pt>
                  <c:pt idx="66">
                    <c:v>out/12</c:v>
                  </c:pt>
                  <c:pt idx="67">
                    <c:v>nov/12</c:v>
                  </c:pt>
                  <c:pt idx="68">
                    <c:v>nov/12</c:v>
                  </c:pt>
                  <c:pt idx="69">
                    <c:v>nov/12</c:v>
                  </c:pt>
                  <c:pt idx="70">
                    <c:v>nov/12</c:v>
                  </c:pt>
                  <c:pt idx="71">
                    <c:v>dez/12</c:v>
                  </c:pt>
                  <c:pt idx="72">
                    <c:v>dez/12</c:v>
                  </c:pt>
                  <c:pt idx="73">
                    <c:v>dez/12</c:v>
                  </c:pt>
                  <c:pt idx="74">
                    <c:v>dez/12</c:v>
                  </c:pt>
                  <c:pt idx="75">
                    <c:v>jan/13</c:v>
                  </c:pt>
                  <c:pt idx="76">
                    <c:v>jan/13</c:v>
                  </c:pt>
                  <c:pt idx="77">
                    <c:v>jan/13</c:v>
                  </c:pt>
                  <c:pt idx="78">
                    <c:v>jan/13</c:v>
                  </c:pt>
                  <c:pt idx="79">
                    <c:v>fev/13</c:v>
                  </c:pt>
                  <c:pt idx="80">
                    <c:v>fev/13</c:v>
                  </c:pt>
                  <c:pt idx="81">
                    <c:v>fev/13</c:v>
                  </c:pt>
                  <c:pt idx="82">
                    <c:v>mar/13</c:v>
                  </c:pt>
                  <c:pt idx="83">
                    <c:v>mar/13</c:v>
                  </c:pt>
                  <c:pt idx="84">
                    <c:v>mar/13</c:v>
                  </c:pt>
                  <c:pt idx="85">
                    <c:v>mar/13</c:v>
                  </c:pt>
                  <c:pt idx="86">
                    <c:v>abr/13</c:v>
                  </c:pt>
                  <c:pt idx="87">
                    <c:v>abr/13</c:v>
                  </c:pt>
                  <c:pt idx="88">
                    <c:v>abr/13</c:v>
                  </c:pt>
                  <c:pt idx="89">
                    <c:v>abr/13</c:v>
                  </c:pt>
                  <c:pt idx="90">
                    <c:v>abr/13</c:v>
                  </c:pt>
                  <c:pt idx="91">
                    <c:v>mai/13</c:v>
                  </c:pt>
                  <c:pt idx="92">
                    <c:v>mai/13</c:v>
                  </c:pt>
                  <c:pt idx="93">
                    <c:v>mai/13</c:v>
                  </c:pt>
                  <c:pt idx="94">
                    <c:v>mai/13</c:v>
                  </c:pt>
                  <c:pt idx="95">
                    <c:v>jun/13</c:v>
                  </c:pt>
                  <c:pt idx="96">
                    <c:v>jun/13</c:v>
                  </c:pt>
                  <c:pt idx="97">
                    <c:v>jun/13</c:v>
                  </c:pt>
                  <c:pt idx="98">
                    <c:v>jun/13</c:v>
                  </c:pt>
                  <c:pt idx="99">
                    <c:v>jul/13</c:v>
                  </c:pt>
                  <c:pt idx="100">
                    <c:v>jul/13</c:v>
                  </c:pt>
                  <c:pt idx="101">
                    <c:v>jul/13</c:v>
                  </c:pt>
                  <c:pt idx="102">
                    <c:v>jul/13</c:v>
                  </c:pt>
                  <c:pt idx="103">
                    <c:v>ago/13</c:v>
                  </c:pt>
                  <c:pt idx="104">
                    <c:v>ago/13</c:v>
                  </c:pt>
                  <c:pt idx="105">
                    <c:v>ago/13</c:v>
                  </c:pt>
                  <c:pt idx="106">
                    <c:v>ago/13</c:v>
                  </c:pt>
                  <c:pt idx="107">
                    <c:v>ago/13</c:v>
                  </c:pt>
                  <c:pt idx="108">
                    <c:v>set/13</c:v>
                  </c:pt>
                  <c:pt idx="109">
                    <c:v>set/13</c:v>
                  </c:pt>
                  <c:pt idx="110">
                    <c:v>set/13</c:v>
                  </c:pt>
                  <c:pt idx="111">
                    <c:v>set/13</c:v>
                  </c:pt>
                  <c:pt idx="112">
                    <c:v>out/13</c:v>
                  </c:pt>
                  <c:pt idx="113">
                    <c:v>out/13</c:v>
                  </c:pt>
                  <c:pt idx="114">
                    <c:v>out/13</c:v>
                  </c:pt>
                  <c:pt idx="115">
                    <c:v>out/13</c:v>
                  </c:pt>
                  <c:pt idx="116">
                    <c:v>out/13</c:v>
                  </c:pt>
                  <c:pt idx="117">
                    <c:v>nov/13</c:v>
                  </c:pt>
                  <c:pt idx="118">
                    <c:v>nov/13</c:v>
                  </c:pt>
                  <c:pt idx="119">
                    <c:v>nov/13</c:v>
                  </c:pt>
                  <c:pt idx="120">
                    <c:v>dez/13</c:v>
                  </c:pt>
                  <c:pt idx="121">
                    <c:v>dez/13</c:v>
                  </c:pt>
                  <c:pt idx="122">
                    <c:v>dez/13</c:v>
                  </c:pt>
                  <c:pt idx="123">
                    <c:v>dez/13</c:v>
                  </c:pt>
                  <c:pt idx="124">
                    <c:v>jan/14</c:v>
                  </c:pt>
                  <c:pt idx="125">
                    <c:v>jan/14</c:v>
                  </c:pt>
                  <c:pt idx="126">
                    <c:v>jan/14</c:v>
                  </c:pt>
                  <c:pt idx="127">
                    <c:v>jan/14</c:v>
                  </c:pt>
                  <c:pt idx="128">
                    <c:v>jan/14</c:v>
                  </c:pt>
                  <c:pt idx="129">
                    <c:v>fev/14</c:v>
                  </c:pt>
                  <c:pt idx="130">
                    <c:v>fev/14</c:v>
                  </c:pt>
                  <c:pt idx="131">
                    <c:v>fev/14</c:v>
                  </c:pt>
                  <c:pt idx="132">
                    <c:v>fev/14</c:v>
                  </c:pt>
                  <c:pt idx="133">
                    <c:v>mar/14</c:v>
                  </c:pt>
                  <c:pt idx="134">
                    <c:v>mar/14</c:v>
                  </c:pt>
                  <c:pt idx="135">
                    <c:v>mar/14</c:v>
                  </c:pt>
                  <c:pt idx="136">
                    <c:v>abr/14</c:v>
                  </c:pt>
                  <c:pt idx="137">
                    <c:v>abr/14</c:v>
                  </c:pt>
                  <c:pt idx="138">
                    <c:v>abr/14</c:v>
                  </c:pt>
                  <c:pt idx="139">
                    <c:v>abr/14</c:v>
                  </c:pt>
                  <c:pt idx="140">
                    <c:v>mai/14</c:v>
                  </c:pt>
                  <c:pt idx="141">
                    <c:v>mai/14</c:v>
                  </c:pt>
                  <c:pt idx="142">
                    <c:v>mai/14</c:v>
                  </c:pt>
                  <c:pt idx="143">
                    <c:v>mai/14</c:v>
                  </c:pt>
                  <c:pt idx="144">
                    <c:v>mai/14</c:v>
                  </c:pt>
                  <c:pt idx="145">
                    <c:v>jun/14</c:v>
                  </c:pt>
                  <c:pt idx="146">
                    <c:v>jun/14</c:v>
                  </c:pt>
                  <c:pt idx="147">
                    <c:v>jun/14</c:v>
                  </c:pt>
                  <c:pt idx="148">
                    <c:v>jul/14</c:v>
                  </c:pt>
                  <c:pt idx="149">
                    <c:v>jul/14</c:v>
                  </c:pt>
                  <c:pt idx="150">
                    <c:v>jul/14</c:v>
                  </c:pt>
                  <c:pt idx="151">
                    <c:v>jul/14</c:v>
                  </c:pt>
                  <c:pt idx="152">
                    <c:v>jul/14</c:v>
                  </c:pt>
                  <c:pt idx="153">
                    <c:v>ago/14</c:v>
                  </c:pt>
                  <c:pt idx="154">
                    <c:v>ago/14</c:v>
                  </c:pt>
                  <c:pt idx="155">
                    <c:v>ago/14</c:v>
                  </c:pt>
                  <c:pt idx="156">
                    <c:v>ago/14</c:v>
                  </c:pt>
                  <c:pt idx="157">
                    <c:v>set/14</c:v>
                  </c:pt>
                  <c:pt idx="158">
                    <c:v>set/14</c:v>
                  </c:pt>
                  <c:pt idx="159">
                    <c:v>set/14</c:v>
                  </c:pt>
                  <c:pt idx="160">
                    <c:v>set/14</c:v>
                  </c:pt>
                  <c:pt idx="161">
                    <c:v>out/14</c:v>
                  </c:pt>
                  <c:pt idx="162">
                    <c:v>out/14</c:v>
                  </c:pt>
                  <c:pt idx="163">
                    <c:v>out/14</c:v>
                  </c:pt>
                  <c:pt idx="164">
                    <c:v>out/14</c:v>
                  </c:pt>
                  <c:pt idx="165">
                    <c:v>out/14</c:v>
                  </c:pt>
                  <c:pt idx="166">
                    <c:v>nov/14</c:v>
                  </c:pt>
                  <c:pt idx="167">
                    <c:v>nov/14</c:v>
                  </c:pt>
                  <c:pt idx="168">
                    <c:v>nov/14</c:v>
                  </c:pt>
                  <c:pt idx="169">
                    <c:v>nov/14</c:v>
                  </c:pt>
                  <c:pt idx="170">
                    <c:v>dez/14</c:v>
                  </c:pt>
                  <c:pt idx="171">
                    <c:v>dez/14</c:v>
                  </c:pt>
                  <c:pt idx="172">
                    <c:v>dez/14</c:v>
                  </c:pt>
                  <c:pt idx="173">
                    <c:v>dez/14</c:v>
                  </c:pt>
                  <c:pt idx="174">
                    <c:v>jan/15</c:v>
                  </c:pt>
                  <c:pt idx="175">
                    <c:v>jan/15</c:v>
                  </c:pt>
                  <c:pt idx="176">
                    <c:v>jan/15</c:v>
                  </c:pt>
                  <c:pt idx="177">
                    <c:v>jan/15</c:v>
                  </c:pt>
                  <c:pt idx="178">
                    <c:v>fev/15</c:v>
                  </c:pt>
                  <c:pt idx="179">
                    <c:v>fev/15</c:v>
                  </c:pt>
                  <c:pt idx="180">
                    <c:v>fev/15</c:v>
                  </c:pt>
                  <c:pt idx="181">
                    <c:v>fev/15</c:v>
                  </c:pt>
                  <c:pt idx="182">
                    <c:v>mar/15</c:v>
                  </c:pt>
                  <c:pt idx="183">
                    <c:v>mar/15</c:v>
                  </c:pt>
                  <c:pt idx="184">
                    <c:v>mar/15</c:v>
                  </c:pt>
                  <c:pt idx="185">
                    <c:v>mar/15</c:v>
                  </c:pt>
                  <c:pt idx="186">
                    <c:v>abr/15</c:v>
                  </c:pt>
                  <c:pt idx="187">
                    <c:v>abr/15</c:v>
                  </c:pt>
                  <c:pt idx="188">
                    <c:v>abr/15</c:v>
                  </c:pt>
                  <c:pt idx="189">
                    <c:v>abr/15</c:v>
                  </c:pt>
                  <c:pt idx="190">
                    <c:v>mai/15</c:v>
                  </c:pt>
                  <c:pt idx="191">
                    <c:v>mai/15</c:v>
                  </c:pt>
                  <c:pt idx="192">
                    <c:v>mai/15</c:v>
                  </c:pt>
                  <c:pt idx="193">
                    <c:v>mai/15</c:v>
                  </c:pt>
                  <c:pt idx="194">
                    <c:v>jun/15</c:v>
                  </c:pt>
                  <c:pt idx="195">
                    <c:v>jun/15</c:v>
                  </c:pt>
                  <c:pt idx="196">
                    <c:v>jun/15</c:v>
                  </c:pt>
                  <c:pt idx="197">
                    <c:v>jun/15</c:v>
                  </c:pt>
                  <c:pt idx="198">
                    <c:v>jul/15</c:v>
                  </c:pt>
                  <c:pt idx="199">
                    <c:v>jul/15</c:v>
                  </c:pt>
                  <c:pt idx="200">
                    <c:v>jul/15</c:v>
                  </c:pt>
                  <c:pt idx="201">
                    <c:v>jul/15</c:v>
                  </c:pt>
                  <c:pt idx="202">
                    <c:v>jul/15</c:v>
                  </c:pt>
                  <c:pt idx="203">
                    <c:v>ago/15</c:v>
                  </c:pt>
                  <c:pt idx="204">
                    <c:v>ago/15</c:v>
                  </c:pt>
                  <c:pt idx="205">
                    <c:v>ago/15</c:v>
                  </c:pt>
                  <c:pt idx="206">
                    <c:v>ago/15</c:v>
                  </c:pt>
                  <c:pt idx="207">
                    <c:v>set/15</c:v>
                  </c:pt>
                  <c:pt idx="208">
                    <c:v>set/15</c:v>
                  </c:pt>
                  <c:pt idx="209">
                    <c:v>set/15</c:v>
                  </c:pt>
                  <c:pt idx="210">
                    <c:v>set/15</c:v>
                  </c:pt>
                  <c:pt idx="211">
                    <c:v>out/15</c:v>
                  </c:pt>
                  <c:pt idx="212">
                    <c:v>out/15</c:v>
                  </c:pt>
                  <c:pt idx="213">
                    <c:v>out/15</c:v>
                  </c:pt>
                  <c:pt idx="214">
                    <c:v>out/15</c:v>
                  </c:pt>
                  <c:pt idx="215">
                    <c:v>nov/15</c:v>
                  </c:pt>
                  <c:pt idx="216">
                    <c:v>nov/15</c:v>
                  </c:pt>
                  <c:pt idx="217">
                    <c:v>nov/15</c:v>
                  </c:pt>
                  <c:pt idx="218">
                    <c:v>nov/15</c:v>
                  </c:pt>
                  <c:pt idx="219">
                    <c:v>dez/15</c:v>
                  </c:pt>
                  <c:pt idx="220">
                    <c:v>dez/15</c:v>
                  </c:pt>
                  <c:pt idx="221">
                    <c:v>dez/15</c:v>
                  </c:pt>
                  <c:pt idx="222">
                    <c:v>dez/15</c:v>
                  </c:pt>
                  <c:pt idx="223">
                    <c:v>jan/16</c:v>
                  </c:pt>
                  <c:pt idx="224">
                    <c:v>jan/16</c:v>
                  </c:pt>
                  <c:pt idx="225">
                    <c:v>jan/16</c:v>
                  </c:pt>
                  <c:pt idx="226">
                    <c:v>jan/16</c:v>
                  </c:pt>
                  <c:pt idx="227">
                    <c:v>fev/16</c:v>
                  </c:pt>
                  <c:pt idx="228">
                    <c:v>fev/16</c:v>
                  </c:pt>
                  <c:pt idx="229">
                    <c:v>fev/16</c:v>
                  </c:pt>
                  <c:pt idx="230">
                    <c:v>fev/16</c:v>
                  </c:pt>
                  <c:pt idx="231">
                    <c:v>mar/16</c:v>
                  </c:pt>
                  <c:pt idx="232">
                    <c:v>mar/16</c:v>
                  </c:pt>
                  <c:pt idx="233">
                    <c:v>mar/16</c:v>
                  </c:pt>
                  <c:pt idx="234">
                    <c:v>mar/16</c:v>
                  </c:pt>
                  <c:pt idx="235">
                    <c:v>abr/16</c:v>
                  </c:pt>
                  <c:pt idx="236">
                    <c:v>abr/16</c:v>
                  </c:pt>
                  <c:pt idx="237">
                    <c:v>abr/16</c:v>
                  </c:pt>
                  <c:pt idx="238">
                    <c:v>abr/16</c:v>
                  </c:pt>
                  <c:pt idx="239">
                    <c:v>mai/16</c:v>
                  </c:pt>
                  <c:pt idx="240">
                    <c:v>mai/16</c:v>
                  </c:pt>
                  <c:pt idx="241">
                    <c:v>mai/16</c:v>
                  </c:pt>
                  <c:pt idx="242">
                    <c:v>mai/16</c:v>
                  </c:pt>
                  <c:pt idx="243">
                    <c:v>jun/16</c:v>
                  </c:pt>
                  <c:pt idx="244">
                    <c:v>jun/16</c:v>
                  </c:pt>
                  <c:pt idx="245">
                    <c:v>jun/16</c:v>
                  </c:pt>
                  <c:pt idx="246">
                    <c:v>jun/16</c:v>
                  </c:pt>
                  <c:pt idx="247">
                    <c:v>jun/16</c:v>
                  </c:pt>
                  <c:pt idx="248">
                    <c:v>jul/16</c:v>
                  </c:pt>
                  <c:pt idx="249">
                    <c:v>jul/16</c:v>
                  </c:pt>
                  <c:pt idx="250">
                    <c:v>jul/16</c:v>
                  </c:pt>
                  <c:pt idx="251">
                    <c:v>jul/16</c:v>
                  </c:pt>
                  <c:pt idx="252">
                    <c:v>ago/16</c:v>
                  </c:pt>
                  <c:pt idx="253">
                    <c:v>ago/16</c:v>
                  </c:pt>
                  <c:pt idx="254">
                    <c:v>ago/16</c:v>
                  </c:pt>
                  <c:pt idx="255">
                    <c:v>ago/16</c:v>
                  </c:pt>
                  <c:pt idx="256">
                    <c:v>set/16</c:v>
                  </c:pt>
                  <c:pt idx="257">
                    <c:v>set/16</c:v>
                  </c:pt>
                  <c:pt idx="258">
                    <c:v>set/16</c:v>
                  </c:pt>
                  <c:pt idx="259">
                    <c:v>set/16</c:v>
                  </c:pt>
                  <c:pt idx="260">
                    <c:v>set/16</c:v>
                  </c:pt>
                  <c:pt idx="261">
                    <c:v>out/16</c:v>
                  </c:pt>
                  <c:pt idx="262">
                    <c:v>out/16</c:v>
                  </c:pt>
                  <c:pt idx="263">
                    <c:v>out/16</c:v>
                  </c:pt>
                  <c:pt idx="264">
                    <c:v>out/16</c:v>
                  </c:pt>
                  <c:pt idx="265">
                    <c:v>nov/16</c:v>
                  </c:pt>
                  <c:pt idx="266">
                    <c:v>nov/16</c:v>
                  </c:pt>
                  <c:pt idx="267">
                    <c:v>nov/16</c:v>
                  </c:pt>
                  <c:pt idx="268">
                    <c:v>nov/16</c:v>
                  </c:pt>
                  <c:pt idx="269">
                    <c:v>dez/16</c:v>
                  </c:pt>
                  <c:pt idx="270">
                    <c:v>dez/16</c:v>
                  </c:pt>
                  <c:pt idx="271">
                    <c:v>dez/16</c:v>
                  </c:pt>
                  <c:pt idx="272">
                    <c:v>dez/16</c:v>
                  </c:pt>
                  <c:pt idx="273">
                    <c:v>jan/17</c:v>
                  </c:pt>
                  <c:pt idx="274">
                    <c:v>jan/17</c:v>
                  </c:pt>
                  <c:pt idx="275">
                    <c:v>jan/17</c:v>
                  </c:pt>
                  <c:pt idx="276">
                    <c:v>jan/17</c:v>
                  </c:pt>
                  <c:pt idx="277">
                    <c:v>fev/17</c:v>
                  </c:pt>
                  <c:pt idx="278">
                    <c:v>fev/17</c:v>
                  </c:pt>
                  <c:pt idx="279">
                    <c:v>fev/17</c:v>
                  </c:pt>
                  <c:pt idx="280">
                    <c:v>fev/17</c:v>
                  </c:pt>
                  <c:pt idx="281">
                    <c:v>mar/17</c:v>
                  </c:pt>
                  <c:pt idx="282">
                    <c:v>mar/17</c:v>
                  </c:pt>
                  <c:pt idx="283">
                    <c:v>mar/17</c:v>
                  </c:pt>
                  <c:pt idx="284">
                    <c:v>mar/17</c:v>
                  </c:pt>
                  <c:pt idx="285">
                    <c:v>abr/17</c:v>
                  </c:pt>
                  <c:pt idx="286">
                    <c:v>abr/17</c:v>
                  </c:pt>
                  <c:pt idx="287">
                    <c:v>abr/17</c:v>
                  </c:pt>
                  <c:pt idx="288">
                    <c:v>abr/17</c:v>
                  </c:pt>
                  <c:pt idx="289">
                    <c:v>mai/17</c:v>
                  </c:pt>
                  <c:pt idx="290">
                    <c:v>mai/17</c:v>
                  </c:pt>
                  <c:pt idx="291">
                    <c:v>mai/17</c:v>
                  </c:pt>
                  <c:pt idx="292">
                    <c:v>mai/17</c:v>
                  </c:pt>
                  <c:pt idx="293">
                    <c:v>jun/17</c:v>
                  </c:pt>
                  <c:pt idx="294">
                    <c:v>jun/17</c:v>
                  </c:pt>
                  <c:pt idx="295">
                    <c:v>jun/17</c:v>
                  </c:pt>
                  <c:pt idx="296">
                    <c:v>jun/17</c:v>
                  </c:pt>
                  <c:pt idx="297">
                    <c:v>jun/17</c:v>
                  </c:pt>
                  <c:pt idx="298">
                    <c:v>jul/17</c:v>
                  </c:pt>
                  <c:pt idx="299">
                    <c:v>jul/17</c:v>
                  </c:pt>
                  <c:pt idx="300">
                    <c:v>jul/17</c:v>
                  </c:pt>
                  <c:pt idx="301">
                    <c:v>jul/17</c:v>
                  </c:pt>
                  <c:pt idx="302">
                    <c:v>ago/17</c:v>
                  </c:pt>
                  <c:pt idx="303">
                    <c:v>ago/17</c:v>
                  </c:pt>
                  <c:pt idx="304">
                    <c:v>ago/17</c:v>
                  </c:pt>
                  <c:pt idx="305">
                    <c:v>ago/17</c:v>
                  </c:pt>
                  <c:pt idx="306">
                    <c:v>set/17</c:v>
                  </c:pt>
                  <c:pt idx="307">
                    <c:v>set/17</c:v>
                  </c:pt>
                  <c:pt idx="308">
                    <c:v>set/17</c:v>
                  </c:pt>
                  <c:pt idx="309">
                    <c:v>set/17</c:v>
                  </c:pt>
                  <c:pt idx="310">
                    <c:v>set/17</c:v>
                  </c:pt>
                  <c:pt idx="311">
                    <c:v>out/17</c:v>
                  </c:pt>
                  <c:pt idx="312">
                    <c:v>out/17</c:v>
                  </c:pt>
                  <c:pt idx="313">
                    <c:v>out/17</c:v>
                  </c:pt>
                  <c:pt idx="314">
                    <c:v>out/17</c:v>
                  </c:pt>
                  <c:pt idx="315">
                    <c:v>nov/17</c:v>
                  </c:pt>
                  <c:pt idx="316">
                    <c:v>nov/17</c:v>
                  </c:pt>
                  <c:pt idx="317">
                    <c:v>nov/17</c:v>
                  </c:pt>
                  <c:pt idx="318">
                    <c:v>nov/17</c:v>
                  </c:pt>
                  <c:pt idx="319">
                    <c:v>dez/17</c:v>
                  </c:pt>
                  <c:pt idx="320">
                    <c:v>dez/17</c:v>
                  </c:pt>
                  <c:pt idx="321">
                    <c:v>dez/17</c:v>
                  </c:pt>
                  <c:pt idx="322">
                    <c:v>dez/17</c:v>
                  </c:pt>
                  <c:pt idx="323">
                    <c:v>dez/17</c:v>
                  </c:pt>
                  <c:pt idx="324">
                    <c:v>jan/18</c:v>
                  </c:pt>
                  <c:pt idx="325">
                    <c:v>jan/18</c:v>
                  </c:pt>
                  <c:pt idx="326">
                    <c:v>jan/18</c:v>
                  </c:pt>
                  <c:pt idx="327">
                    <c:v>jan/18</c:v>
                  </c:pt>
                  <c:pt idx="328">
                    <c:v>fev/18</c:v>
                  </c:pt>
                  <c:pt idx="329">
                    <c:v>fev/18</c:v>
                  </c:pt>
                  <c:pt idx="330">
                    <c:v>fev/18</c:v>
                  </c:pt>
                  <c:pt idx="331">
                    <c:v>fev/18</c:v>
                  </c:pt>
                  <c:pt idx="332">
                    <c:v>mar/18</c:v>
                  </c:pt>
                  <c:pt idx="333">
                    <c:v>mar/18</c:v>
                  </c:pt>
                  <c:pt idx="334">
                    <c:v>mar/18</c:v>
                  </c:pt>
                  <c:pt idx="335">
                    <c:v>mar/18</c:v>
                  </c:pt>
                  <c:pt idx="336">
                    <c:v>abr/18</c:v>
                  </c:pt>
                  <c:pt idx="337">
                    <c:v>abr/18</c:v>
                  </c:pt>
                  <c:pt idx="338">
                    <c:v>abr/18</c:v>
                  </c:pt>
                  <c:pt idx="339">
                    <c:v>abr/18</c:v>
                  </c:pt>
                  <c:pt idx="340">
                    <c:v>mai/18</c:v>
                  </c:pt>
                  <c:pt idx="341">
                    <c:v>mai/18</c:v>
                  </c:pt>
                  <c:pt idx="342">
                    <c:v>mai/18</c:v>
                  </c:pt>
                  <c:pt idx="343">
                    <c:v>mai/18</c:v>
                  </c:pt>
                  <c:pt idx="344">
                    <c:v>jun/18</c:v>
                  </c:pt>
                  <c:pt idx="345">
                    <c:v>jun/18</c:v>
                  </c:pt>
                  <c:pt idx="346">
                    <c:v>jun/18</c:v>
                  </c:pt>
                  <c:pt idx="347">
                    <c:v>jun/18</c:v>
                  </c:pt>
                  <c:pt idx="348">
                    <c:v>jul/18</c:v>
                  </c:pt>
                  <c:pt idx="349">
                    <c:v>jul/18</c:v>
                  </c:pt>
                  <c:pt idx="350">
                    <c:v>jul/18</c:v>
                  </c:pt>
                  <c:pt idx="351">
                    <c:v>jul/18</c:v>
                  </c:pt>
                  <c:pt idx="352">
                    <c:v>jul/18</c:v>
                  </c:pt>
                  <c:pt idx="353">
                    <c:v>ago/18</c:v>
                  </c:pt>
                  <c:pt idx="354">
                    <c:v>ago/18</c:v>
                  </c:pt>
                  <c:pt idx="355">
                    <c:v>ago/18</c:v>
                  </c:pt>
                  <c:pt idx="356">
                    <c:v>ago/18</c:v>
                  </c:pt>
                  <c:pt idx="357">
                    <c:v>set/18</c:v>
                  </c:pt>
                  <c:pt idx="358">
                    <c:v>set/18</c:v>
                  </c:pt>
                  <c:pt idx="359">
                    <c:v>set/18</c:v>
                  </c:pt>
                  <c:pt idx="360">
                    <c:v>set/18</c:v>
                  </c:pt>
                  <c:pt idx="361">
                    <c:v>out/18</c:v>
                  </c:pt>
                  <c:pt idx="362">
                    <c:v>out/18</c:v>
                  </c:pt>
                  <c:pt idx="363">
                    <c:v>out/18</c:v>
                  </c:pt>
                  <c:pt idx="364">
                    <c:v>out/18</c:v>
                  </c:pt>
                  <c:pt idx="365">
                    <c:v>nov/18</c:v>
                  </c:pt>
                  <c:pt idx="366">
                    <c:v>nov/18</c:v>
                  </c:pt>
                  <c:pt idx="367">
                    <c:v>nov/18</c:v>
                  </c:pt>
                  <c:pt idx="368">
                    <c:v>nov/18</c:v>
                  </c:pt>
                  <c:pt idx="369">
                    <c:v>dez/18</c:v>
                  </c:pt>
                  <c:pt idx="370">
                    <c:v>dez/18</c:v>
                  </c:pt>
                  <c:pt idx="371">
                    <c:v>dez/18</c:v>
                  </c:pt>
                  <c:pt idx="372">
                    <c:v>dez/18</c:v>
                  </c:pt>
                  <c:pt idx="373">
                    <c:v>jan/19</c:v>
                  </c:pt>
                  <c:pt idx="374">
                    <c:v>jan/19</c:v>
                  </c:pt>
                  <c:pt idx="375">
                    <c:v>jan/19</c:v>
                  </c:pt>
                  <c:pt idx="376">
                    <c:v>jan/19</c:v>
                  </c:pt>
                  <c:pt idx="377">
                    <c:v>fev/19</c:v>
                  </c:pt>
                  <c:pt idx="378">
                    <c:v>fev/19</c:v>
                  </c:pt>
                  <c:pt idx="379">
                    <c:v>fev/19</c:v>
                  </c:pt>
                  <c:pt idx="380">
                    <c:v>fev/19</c:v>
                  </c:pt>
                  <c:pt idx="381">
                    <c:v>mar/19</c:v>
                  </c:pt>
                  <c:pt idx="382">
                    <c:v>mar/19</c:v>
                  </c:pt>
                  <c:pt idx="383">
                    <c:v>mar/19</c:v>
                  </c:pt>
                  <c:pt idx="384">
                    <c:v>mar/19</c:v>
                  </c:pt>
                  <c:pt idx="385">
                    <c:v>abr/19</c:v>
                  </c:pt>
                  <c:pt idx="386">
                    <c:v>abr/19</c:v>
                  </c:pt>
                  <c:pt idx="387">
                    <c:v>abr/19</c:v>
                  </c:pt>
                  <c:pt idx="388">
                    <c:v>abr/19</c:v>
                  </c:pt>
                  <c:pt idx="389">
                    <c:v>mai/19</c:v>
                  </c:pt>
                  <c:pt idx="390">
                    <c:v>mai/19</c:v>
                  </c:pt>
                  <c:pt idx="391">
                    <c:v>mai/19</c:v>
                  </c:pt>
                  <c:pt idx="392">
                    <c:v>mai/19</c:v>
                  </c:pt>
                  <c:pt idx="393">
                    <c:v>jun/19</c:v>
                  </c:pt>
                  <c:pt idx="394">
                    <c:v>jun/19</c:v>
                  </c:pt>
                  <c:pt idx="395">
                    <c:v>jun/19</c:v>
                  </c:pt>
                  <c:pt idx="396">
                    <c:v>jun/19</c:v>
                  </c:pt>
                  <c:pt idx="397">
                    <c:v>jul/19</c:v>
                  </c:pt>
                  <c:pt idx="398">
                    <c:v>jul/19</c:v>
                  </c:pt>
                  <c:pt idx="399">
                    <c:v>jul/19</c:v>
                  </c:pt>
                  <c:pt idx="400">
                    <c:v>jul/19</c:v>
                  </c:pt>
                  <c:pt idx="401">
                    <c:v>jul/19</c:v>
                  </c:pt>
                  <c:pt idx="402">
                    <c:v>ago/19</c:v>
                  </c:pt>
                  <c:pt idx="403">
                    <c:v>ago/19</c:v>
                  </c:pt>
                  <c:pt idx="404">
                    <c:v>ago/19</c:v>
                  </c:pt>
                  <c:pt idx="405">
                    <c:v>ago/19</c:v>
                  </c:pt>
                  <c:pt idx="406">
                    <c:v>set/19</c:v>
                  </c:pt>
                  <c:pt idx="407">
                    <c:v>set/19</c:v>
                  </c:pt>
                  <c:pt idx="408">
                    <c:v>set/19</c:v>
                  </c:pt>
                  <c:pt idx="409">
                    <c:v>set/19</c:v>
                  </c:pt>
                  <c:pt idx="410">
                    <c:v>out/19</c:v>
                  </c:pt>
                  <c:pt idx="411">
                    <c:v>out/19</c:v>
                  </c:pt>
                  <c:pt idx="412">
                    <c:v>out/19</c:v>
                  </c:pt>
                  <c:pt idx="413">
                    <c:v>out/19</c:v>
                  </c:pt>
                  <c:pt idx="414">
                    <c:v>out/19</c:v>
                  </c:pt>
                  <c:pt idx="415">
                    <c:v>nov/19</c:v>
                  </c:pt>
                  <c:pt idx="416">
                    <c:v>nov/19</c:v>
                  </c:pt>
                  <c:pt idx="417">
                    <c:v>nov/19</c:v>
                  </c:pt>
                  <c:pt idx="418">
                    <c:v>nov/19</c:v>
                  </c:pt>
                  <c:pt idx="419">
                    <c:v>dez/19</c:v>
                  </c:pt>
                  <c:pt idx="420">
                    <c:v>dez/19</c:v>
                  </c:pt>
                  <c:pt idx="421">
                    <c:v>dez/19</c:v>
                  </c:pt>
                  <c:pt idx="422">
                    <c:v>jan/20</c:v>
                  </c:pt>
                  <c:pt idx="423">
                    <c:v>jan/20</c:v>
                  </c:pt>
                  <c:pt idx="424">
                    <c:v>jan/20</c:v>
                  </c:pt>
                  <c:pt idx="425">
                    <c:v>jan/20</c:v>
                  </c:pt>
                  <c:pt idx="426">
                    <c:v>jan/20</c:v>
                  </c:pt>
                  <c:pt idx="427">
                    <c:v>fev/20</c:v>
                  </c:pt>
                  <c:pt idx="428">
                    <c:v>fev/20</c:v>
                  </c:pt>
                  <c:pt idx="429">
                    <c:v>fev/20</c:v>
                  </c:pt>
                  <c:pt idx="430">
                    <c:v>mar/20</c:v>
                  </c:pt>
                  <c:pt idx="431">
                    <c:v>mar/20</c:v>
                  </c:pt>
                  <c:pt idx="432">
                    <c:v>mar/20</c:v>
                  </c:pt>
                  <c:pt idx="433">
                    <c:v>mar/20</c:v>
                  </c:pt>
                  <c:pt idx="434">
                    <c:v>mar/20</c:v>
                  </c:pt>
                  <c:pt idx="435">
                    <c:v>abr/20</c:v>
                  </c:pt>
                  <c:pt idx="436">
                    <c:v>abr/20</c:v>
                  </c:pt>
                  <c:pt idx="437">
                    <c:v>abr/20</c:v>
                  </c:pt>
                  <c:pt idx="438">
                    <c:v>abr/20</c:v>
                  </c:pt>
                  <c:pt idx="439">
                    <c:v>mai/20</c:v>
                  </c:pt>
                  <c:pt idx="440">
                    <c:v>mai/20</c:v>
                  </c:pt>
                  <c:pt idx="441">
                    <c:v>mai/20</c:v>
                  </c:pt>
                  <c:pt idx="442">
                    <c:v>mai/20</c:v>
                  </c:pt>
                  <c:pt idx="443">
                    <c:v>jun/20</c:v>
                  </c:pt>
                  <c:pt idx="444">
                    <c:v>jun/20</c:v>
                  </c:pt>
                  <c:pt idx="445">
                    <c:v>jun/20</c:v>
                  </c:pt>
                  <c:pt idx="446">
                    <c:v>jun/20</c:v>
                  </c:pt>
                  <c:pt idx="447">
                    <c:v>jul/20</c:v>
                  </c:pt>
                  <c:pt idx="448">
                    <c:v>jul/20</c:v>
                  </c:pt>
                  <c:pt idx="449">
                    <c:v>jul/20</c:v>
                  </c:pt>
                  <c:pt idx="450">
                    <c:v>jul/20</c:v>
                  </c:pt>
                  <c:pt idx="451">
                    <c:v>jul/20</c:v>
                  </c:pt>
                  <c:pt idx="452">
                    <c:v>ago/20</c:v>
                  </c:pt>
                  <c:pt idx="453">
                    <c:v>ago/20</c:v>
                  </c:pt>
                  <c:pt idx="454">
                    <c:v>ago/20</c:v>
                  </c:pt>
                  <c:pt idx="455">
                    <c:v>ago/20</c:v>
                  </c:pt>
                  <c:pt idx="456">
                    <c:v>set/20</c:v>
                  </c:pt>
                  <c:pt idx="457">
                    <c:v>set/20</c:v>
                  </c:pt>
                  <c:pt idx="458">
                    <c:v>set/20</c:v>
                  </c:pt>
                  <c:pt idx="459">
                    <c:v>set/20</c:v>
                  </c:pt>
                  <c:pt idx="460">
                    <c:v>out/20</c:v>
                  </c:pt>
                  <c:pt idx="461">
                    <c:v>out/20</c:v>
                  </c:pt>
                  <c:pt idx="462">
                    <c:v>out/20</c:v>
                  </c:pt>
                  <c:pt idx="463">
                    <c:v>out/20</c:v>
                  </c:pt>
                  <c:pt idx="464">
                    <c:v>nov/20</c:v>
                  </c:pt>
                  <c:pt idx="465">
                    <c:v>nov/20</c:v>
                  </c:pt>
                  <c:pt idx="466">
                    <c:v>nov/20</c:v>
                  </c:pt>
                  <c:pt idx="467">
                    <c:v>nov/20</c:v>
                  </c:pt>
                  <c:pt idx="468">
                    <c:v>dez/20</c:v>
                  </c:pt>
                  <c:pt idx="469">
                    <c:v>dez/20</c:v>
                  </c:pt>
                  <c:pt idx="470">
                    <c:v>dez/20</c:v>
                  </c:pt>
                  <c:pt idx="471">
                    <c:v>dez/20</c:v>
                  </c:pt>
                  <c:pt idx="472">
                    <c:v>jan/21</c:v>
                  </c:pt>
                  <c:pt idx="473">
                    <c:v>jan/21</c:v>
                  </c:pt>
                  <c:pt idx="474">
                    <c:v>jan/21</c:v>
                  </c:pt>
                  <c:pt idx="475">
                    <c:v>jan/21</c:v>
                  </c:pt>
                  <c:pt idx="476">
                    <c:v>fev/21</c:v>
                  </c:pt>
                  <c:pt idx="477">
                    <c:v>fev/21</c:v>
                  </c:pt>
                  <c:pt idx="478">
                    <c:v>fev/21</c:v>
                  </c:pt>
                  <c:pt idx="479">
                    <c:v>mar/21</c:v>
                  </c:pt>
                  <c:pt idx="480">
                    <c:v>mar/21</c:v>
                  </c:pt>
                  <c:pt idx="481">
                    <c:v>mar/21</c:v>
                  </c:pt>
                  <c:pt idx="482">
                    <c:v>mar/21</c:v>
                  </c:pt>
                  <c:pt idx="483">
                    <c:v>mar/21</c:v>
                  </c:pt>
                  <c:pt idx="484">
                    <c:v>abr/21</c:v>
                  </c:pt>
                  <c:pt idx="485">
                    <c:v>abr/21</c:v>
                  </c:pt>
                  <c:pt idx="486">
                    <c:v>abr/21</c:v>
                  </c:pt>
                  <c:pt idx="487">
                    <c:v>abr/21</c:v>
                  </c:pt>
                  <c:pt idx="488">
                    <c:v>mai/21</c:v>
                  </c:pt>
                  <c:pt idx="489">
                    <c:v>mai/21</c:v>
                  </c:pt>
                  <c:pt idx="490">
                    <c:v>mai/21</c:v>
                  </c:pt>
                  <c:pt idx="491">
                    <c:v>mai/21</c:v>
                  </c:pt>
                  <c:pt idx="492">
                    <c:v>jun/21</c:v>
                  </c:pt>
                  <c:pt idx="493">
                    <c:v>jun/21</c:v>
                  </c:pt>
                  <c:pt idx="494">
                    <c:v>jun/21</c:v>
                  </c:pt>
                  <c:pt idx="495">
                    <c:v>jun/21</c:v>
                  </c:pt>
                  <c:pt idx="496">
                    <c:v>jul/21</c:v>
                  </c:pt>
                  <c:pt idx="497">
                    <c:v>jul/21</c:v>
                  </c:pt>
                  <c:pt idx="498">
                    <c:v>jul/21</c:v>
                  </c:pt>
                  <c:pt idx="499">
                    <c:v>jul/21</c:v>
                  </c:pt>
                  <c:pt idx="500">
                    <c:v>jul/21</c:v>
                  </c:pt>
                  <c:pt idx="501">
                    <c:v>ago/21</c:v>
                  </c:pt>
                  <c:pt idx="502">
                    <c:v>ago/21</c:v>
                  </c:pt>
                  <c:pt idx="503">
                    <c:v>ago/21</c:v>
                  </c:pt>
                  <c:pt idx="504">
                    <c:v>ago/21</c:v>
                  </c:pt>
                  <c:pt idx="505">
                    <c:v>set/21</c:v>
                  </c:pt>
                  <c:pt idx="506">
                    <c:v>set/21</c:v>
                  </c:pt>
                  <c:pt idx="507">
                    <c:v>set/21</c:v>
                  </c:pt>
                  <c:pt idx="508">
                    <c:v>set/21</c:v>
                  </c:pt>
                  <c:pt idx="509">
                    <c:v>out/21</c:v>
                  </c:pt>
                  <c:pt idx="510">
                    <c:v>out/21</c:v>
                  </c:pt>
                  <c:pt idx="511">
                    <c:v>out/21</c:v>
                  </c:pt>
                  <c:pt idx="512">
                    <c:v>out/21</c:v>
                  </c:pt>
                  <c:pt idx="513">
                    <c:v>nov/21</c:v>
                  </c:pt>
                  <c:pt idx="514">
                    <c:v>nov/21</c:v>
                  </c:pt>
                  <c:pt idx="515">
                    <c:v>nov/21</c:v>
                  </c:pt>
                  <c:pt idx="516">
                    <c:v>nov/21</c:v>
                  </c:pt>
                  <c:pt idx="517">
                    <c:v>dez/21</c:v>
                  </c:pt>
                  <c:pt idx="518">
                    <c:v>dez/21</c:v>
                  </c:pt>
                  <c:pt idx="519">
                    <c:v>dez/21</c:v>
                  </c:pt>
                  <c:pt idx="520">
                    <c:v>dez/21</c:v>
                  </c:pt>
                  <c:pt idx="521">
                    <c:v>jan/22</c:v>
                  </c:pt>
                  <c:pt idx="522">
                    <c:v>jan/22</c:v>
                  </c:pt>
                  <c:pt idx="523">
                    <c:v>jan/22</c:v>
                  </c:pt>
                  <c:pt idx="524">
                    <c:v>jan/22</c:v>
                  </c:pt>
                  <c:pt idx="525">
                    <c:v>jan/22</c:v>
                  </c:pt>
                  <c:pt idx="526">
                    <c:v>fev/22</c:v>
                  </c:pt>
                  <c:pt idx="527">
                    <c:v>fev/22</c:v>
                  </c:pt>
                  <c:pt idx="528">
                    <c:v>fev/22</c:v>
                  </c:pt>
                  <c:pt idx="529">
                    <c:v>mar/22</c:v>
                  </c:pt>
                  <c:pt idx="530">
                    <c:v>mar/22</c:v>
                  </c:pt>
                  <c:pt idx="531">
                    <c:v>mar/22</c:v>
                  </c:pt>
                  <c:pt idx="532">
                    <c:v>mar/22</c:v>
                  </c:pt>
                  <c:pt idx="533">
                    <c:v>mar/22</c:v>
                  </c:pt>
                  <c:pt idx="534">
                    <c:v>abr/22</c:v>
                  </c:pt>
                  <c:pt idx="535">
                    <c:v>abr/22</c:v>
                  </c:pt>
                  <c:pt idx="536">
                    <c:v>abr/22</c:v>
                  </c:pt>
                  <c:pt idx="537">
                    <c:v>abr/22</c:v>
                  </c:pt>
                  <c:pt idx="538">
                    <c:v>mai/22</c:v>
                  </c:pt>
                  <c:pt idx="539">
                    <c:v>mai/22</c:v>
                  </c:pt>
                  <c:pt idx="540">
                    <c:v>mai/22</c:v>
                  </c:pt>
                  <c:pt idx="541">
                    <c:v>mai/22</c:v>
                  </c:pt>
                  <c:pt idx="542">
                    <c:v>jun/22</c:v>
                  </c:pt>
                  <c:pt idx="543">
                    <c:v>jun/22</c:v>
                  </c:pt>
                  <c:pt idx="544">
                    <c:v>jun/22</c:v>
                  </c:pt>
                  <c:pt idx="545">
                    <c:v>jun/22</c:v>
                  </c:pt>
                  <c:pt idx="546">
                    <c:v>jul/22</c:v>
                  </c:pt>
                  <c:pt idx="547">
                    <c:v>jul/22</c:v>
                  </c:pt>
                  <c:pt idx="548">
                    <c:v>jul/22</c:v>
                  </c:pt>
                  <c:pt idx="549">
                    <c:v>jul/22</c:v>
                  </c:pt>
                  <c:pt idx="550">
                    <c:v>ago/22</c:v>
                  </c:pt>
                  <c:pt idx="551">
                    <c:v>ago/22</c:v>
                  </c:pt>
                  <c:pt idx="552">
                    <c:v>ago/22</c:v>
                  </c:pt>
                  <c:pt idx="553">
                    <c:v>ago/22</c:v>
                  </c:pt>
                  <c:pt idx="554">
                    <c:v>ago/22</c:v>
                  </c:pt>
                  <c:pt idx="555">
                    <c:v>set/22</c:v>
                  </c:pt>
                  <c:pt idx="556">
                    <c:v>set/22</c:v>
                  </c:pt>
                  <c:pt idx="557">
                    <c:v>set/22</c:v>
                  </c:pt>
                  <c:pt idx="558">
                    <c:v>set/22</c:v>
                  </c:pt>
                  <c:pt idx="559">
                    <c:v>out/22</c:v>
                  </c:pt>
                  <c:pt idx="560">
                    <c:v>out/22</c:v>
                  </c:pt>
                  <c:pt idx="561">
                    <c:v>out/22</c:v>
                  </c:pt>
                  <c:pt idx="562">
                    <c:v>out/22</c:v>
                  </c:pt>
                  <c:pt idx="563">
                    <c:v>nov/22</c:v>
                  </c:pt>
                  <c:pt idx="564">
                    <c:v>nov/22</c:v>
                  </c:pt>
                  <c:pt idx="565">
                    <c:v>nov/22</c:v>
                  </c:pt>
                  <c:pt idx="566">
                    <c:v>nov/22</c:v>
                  </c:pt>
                  <c:pt idx="567">
                    <c:v>dez/22</c:v>
                  </c:pt>
                  <c:pt idx="568">
                    <c:v>dez/22</c:v>
                  </c:pt>
                  <c:pt idx="569">
                    <c:v>dez/22</c:v>
                  </c:pt>
                  <c:pt idx="570">
                    <c:v>dez/22</c:v>
                  </c:pt>
                  <c:pt idx="571">
                    <c:v>jan/23</c:v>
                  </c:pt>
                  <c:pt idx="572">
                    <c:v>jan/23</c:v>
                  </c:pt>
                  <c:pt idx="573">
                    <c:v>jan/23</c:v>
                  </c:pt>
                  <c:pt idx="574">
                    <c:v>jan/23</c:v>
                  </c:pt>
                  <c:pt idx="575">
                    <c:v>jan/23</c:v>
                  </c:pt>
                  <c:pt idx="576">
                    <c:v>fev/23</c:v>
                  </c:pt>
                  <c:pt idx="577">
                    <c:v>fev/23</c:v>
                  </c:pt>
                  <c:pt idx="578">
                    <c:v>fev/23</c:v>
                  </c:pt>
                  <c:pt idx="579">
                    <c:v>mar/23</c:v>
                  </c:pt>
                  <c:pt idx="580">
                    <c:v>mar/23</c:v>
                  </c:pt>
                  <c:pt idx="581">
                    <c:v>mar/23</c:v>
                  </c:pt>
                  <c:pt idx="582">
                    <c:v>mar/23</c:v>
                  </c:pt>
                  <c:pt idx="583">
                    <c:v>mar/23</c:v>
                  </c:pt>
                  <c:pt idx="584">
                    <c:v>abr/23</c:v>
                  </c:pt>
                  <c:pt idx="585">
                    <c:v>abr/23</c:v>
                  </c:pt>
                  <c:pt idx="586">
                    <c:v>abr/23</c:v>
                  </c:pt>
                  <c:pt idx="587">
                    <c:v>abr/23</c:v>
                  </c:pt>
                  <c:pt idx="588">
                    <c:v>mai/23</c:v>
                  </c:pt>
                  <c:pt idx="589">
                    <c:v>mai/23</c:v>
                  </c:pt>
                  <c:pt idx="590">
                    <c:v>mai/23</c:v>
                  </c:pt>
                  <c:pt idx="591">
                    <c:v>mai/23</c:v>
                  </c:pt>
                  <c:pt idx="592">
                    <c:v>jun/23</c:v>
                  </c:pt>
                  <c:pt idx="593">
                    <c:v>jun/23</c:v>
                  </c:pt>
                  <c:pt idx="594">
                    <c:v>jun/23</c:v>
                  </c:pt>
                  <c:pt idx="595">
                    <c:v>jun/23</c:v>
                  </c:pt>
                  <c:pt idx="596">
                    <c:v>jul/23</c:v>
                  </c:pt>
                  <c:pt idx="597">
                    <c:v>jul/23</c:v>
                  </c:pt>
                  <c:pt idx="598">
                    <c:v>jul/23</c:v>
                  </c:pt>
                  <c:pt idx="599">
                    <c:v>jul/23</c:v>
                  </c:pt>
                  <c:pt idx="600">
                    <c:v>ago/23</c:v>
                  </c:pt>
                  <c:pt idx="601">
                    <c:v>ago/23</c:v>
                  </c:pt>
                  <c:pt idx="602">
                    <c:v>ago/23</c:v>
                  </c:pt>
                  <c:pt idx="603">
                    <c:v>ago/23</c:v>
                  </c:pt>
                  <c:pt idx="604">
                    <c:v>ago/23</c:v>
                  </c:pt>
                  <c:pt idx="605">
                    <c:v>set/23</c:v>
                  </c:pt>
                  <c:pt idx="606">
                    <c:v>set/23</c:v>
                  </c:pt>
                  <c:pt idx="607">
                    <c:v>set/23</c:v>
                  </c:pt>
                  <c:pt idx="608">
                    <c:v>set/23</c:v>
                  </c:pt>
                  <c:pt idx="609">
                    <c:v>out/23</c:v>
                  </c:pt>
                  <c:pt idx="610">
                    <c:v>out/23</c:v>
                  </c:pt>
                  <c:pt idx="611">
                    <c:v>out/23</c:v>
                  </c:pt>
                  <c:pt idx="612">
                    <c:v>out/23</c:v>
                  </c:pt>
                  <c:pt idx="613">
                    <c:v>nov/23</c:v>
                  </c:pt>
                  <c:pt idx="614">
                    <c:v>nov/23</c:v>
                  </c:pt>
                  <c:pt idx="615">
                    <c:v>nov/23</c:v>
                  </c:pt>
                  <c:pt idx="616">
                    <c:v>nov/23</c:v>
                  </c:pt>
                  <c:pt idx="617">
                    <c:v>dez/23</c:v>
                  </c:pt>
                  <c:pt idx="618">
                    <c:v>dez/23</c:v>
                  </c:pt>
                  <c:pt idx="619">
                    <c:v>dez/23</c:v>
                  </c:pt>
                  <c:pt idx="620">
                    <c:v>dez/23</c:v>
                  </c:pt>
                  <c:pt idx="621">
                    <c:v>jan/24</c:v>
                  </c:pt>
                  <c:pt idx="622">
                    <c:v>jan/24</c:v>
                  </c:pt>
                  <c:pt idx="623">
                    <c:v>jan/24</c:v>
                  </c:pt>
                  <c:pt idx="624">
                    <c:v>jan/24</c:v>
                  </c:pt>
                  <c:pt idx="625">
                    <c:v>fev/24</c:v>
                  </c:pt>
                  <c:pt idx="626">
                    <c:v>fev/24</c:v>
                  </c:pt>
                  <c:pt idx="627">
                    <c:v>fev/24</c:v>
                  </c:pt>
                  <c:pt idx="628">
                    <c:v>fev/24</c:v>
                  </c:pt>
                  <c:pt idx="629">
                    <c:v>mar/24</c:v>
                  </c:pt>
                  <c:pt idx="630">
                    <c:v>mar/24</c:v>
                  </c:pt>
                  <c:pt idx="631">
                    <c:v>mar/24</c:v>
                  </c:pt>
                  <c:pt idx="632">
                    <c:v>mar/24</c:v>
                  </c:pt>
                  <c:pt idx="633">
                    <c:v>abr/24</c:v>
                  </c:pt>
                  <c:pt idx="634">
                    <c:v>abr/24</c:v>
                  </c:pt>
                  <c:pt idx="635">
                    <c:v>abr/24</c:v>
                  </c:pt>
                  <c:pt idx="636">
                    <c:v>abr/24</c:v>
                  </c:pt>
                  <c:pt idx="637">
                    <c:v>abr/24</c:v>
                  </c:pt>
                  <c:pt idx="638">
                    <c:v>mai/24</c:v>
                  </c:pt>
                  <c:pt idx="639">
                    <c:v>mai/24</c:v>
                  </c:pt>
                  <c:pt idx="640">
                    <c:v>mai/24</c:v>
                  </c:pt>
                  <c:pt idx="641">
                    <c:v>mai/24</c:v>
                  </c:pt>
                  <c:pt idx="642">
                    <c:v>jun/24</c:v>
                  </c:pt>
                  <c:pt idx="643">
                    <c:v>jun/24</c:v>
                  </c:pt>
                  <c:pt idx="644">
                    <c:v>jun/24</c:v>
                  </c:pt>
                  <c:pt idx="645">
                    <c:v>jun/24</c:v>
                  </c:pt>
                  <c:pt idx="646">
                    <c:v>jul/24</c:v>
                  </c:pt>
                  <c:pt idx="647">
                    <c:v>jul/24</c:v>
                  </c:pt>
                  <c:pt idx="648">
                    <c:v>jul/24</c:v>
                  </c:pt>
                  <c:pt idx="649">
                    <c:v>jul/24</c:v>
                  </c:pt>
                  <c:pt idx="650">
                    <c:v>ago/24</c:v>
                  </c:pt>
                  <c:pt idx="651">
                    <c:v>ago/24</c:v>
                  </c:pt>
                  <c:pt idx="652">
                    <c:v>ago/24</c:v>
                  </c:pt>
                  <c:pt idx="653">
                    <c:v>ago/24</c:v>
                  </c:pt>
                  <c:pt idx="654">
                    <c:v>ago/24</c:v>
                  </c:pt>
                  <c:pt idx="655">
                    <c:v>set/24</c:v>
                  </c:pt>
                  <c:pt idx="656">
                    <c:v>set/24</c:v>
                  </c:pt>
                  <c:pt idx="657">
                    <c:v>set/24</c:v>
                  </c:pt>
                  <c:pt idx="658">
                    <c:v>set/24</c:v>
                  </c:pt>
                  <c:pt idx="659">
                    <c:v>out/24</c:v>
                  </c:pt>
                  <c:pt idx="660">
                    <c:v>out/24</c:v>
                  </c:pt>
                  <c:pt idx="661">
                    <c:v>out/24</c:v>
                  </c:pt>
                  <c:pt idx="662">
                    <c:v>out/24</c:v>
                  </c:pt>
                  <c:pt idx="663">
                    <c:v>out/24</c:v>
                  </c:pt>
                  <c:pt idx="664">
                    <c:v>nov/24</c:v>
                  </c:pt>
                  <c:pt idx="665">
                    <c:v>nov/24</c:v>
                  </c:pt>
                  <c:pt idx="666">
                    <c:v>nov/24</c:v>
                  </c:pt>
                  <c:pt idx="667">
                    <c:v>dez/24</c:v>
                  </c:pt>
                  <c:pt idx="668">
                    <c:v>dez/24</c:v>
                  </c:pt>
                  <c:pt idx="669">
                    <c:v>dez/24</c:v>
                  </c:pt>
                  <c:pt idx="670">
                    <c:v>dez/24</c:v>
                  </c:pt>
                  <c:pt idx="671">
                    <c:v>jan/25</c:v>
                  </c:pt>
                  <c:pt idx="672">
                    <c:v>jan/25</c:v>
                  </c:pt>
                  <c:pt idx="673">
                    <c:v>jan/25</c:v>
                  </c:pt>
                  <c:pt idx="674">
                    <c:v>jan/25</c:v>
                  </c:pt>
                  <c:pt idx="675">
                    <c:v>jan/25</c:v>
                  </c:pt>
                  <c:pt idx="676">
                    <c:v>fev/25</c:v>
                  </c:pt>
                  <c:pt idx="677">
                    <c:v>fev/25</c:v>
                  </c:pt>
                  <c:pt idx="678">
                    <c:v>fev/25</c:v>
                  </c:pt>
                  <c:pt idx="679">
                    <c:v>fev/25</c:v>
                  </c:pt>
                  <c:pt idx="680">
                    <c:v>mar/25</c:v>
                  </c:pt>
                  <c:pt idx="681">
                    <c:v>mar/25</c:v>
                  </c:pt>
                  <c:pt idx="682">
                    <c:v>mar/25</c:v>
                  </c:pt>
                  <c:pt idx="683">
                    <c:v>abr/25</c:v>
                  </c:pt>
                  <c:pt idx="684">
                    <c:v>abr/25</c:v>
                  </c:pt>
                  <c:pt idx="685">
                    <c:v>abr/25</c:v>
                  </c:pt>
                  <c:pt idx="686">
                    <c:v>abr/25</c:v>
                  </c:pt>
                  <c:pt idx="687">
                    <c:v>mai/25</c:v>
                  </c:pt>
                  <c:pt idx="688">
                    <c:v>mai/25</c:v>
                  </c:pt>
                  <c:pt idx="689">
                    <c:v>mai/25</c:v>
                  </c:pt>
                  <c:pt idx="690">
                    <c:v>mai/25</c:v>
                  </c:pt>
                  <c:pt idx="691">
                    <c:v>mai/25</c:v>
                  </c:pt>
                  <c:pt idx="692">
                    <c:v>jun/25</c:v>
                  </c:pt>
                  <c:pt idx="693">
                    <c:v>jun/25</c:v>
                  </c:pt>
                  <c:pt idx="694">
                    <c:v>jun/25</c:v>
                  </c:pt>
                  <c:pt idx="695">
                    <c:v>jun/25</c:v>
                  </c:pt>
                  <c:pt idx="696">
                    <c:v>jul/25</c:v>
                  </c:pt>
                  <c:pt idx="697">
                    <c:v>jul/25</c:v>
                  </c:pt>
                  <c:pt idx="698">
                    <c:v>jul/25</c:v>
                  </c:pt>
                  <c:pt idx="699">
                    <c:v>jul/25</c:v>
                  </c:pt>
                  <c:pt idx="700">
                    <c:v>ago/25</c:v>
                  </c:pt>
                  <c:pt idx="701">
                    <c:v>ago/25</c:v>
                  </c:pt>
                  <c:pt idx="702">
                    <c:v>ago/25</c:v>
                  </c:pt>
                  <c:pt idx="703">
                    <c:v>ago/25</c:v>
                  </c:pt>
                  <c:pt idx="704">
                    <c:v>set/25</c:v>
                  </c:pt>
                  <c:pt idx="705">
                    <c:v>set/25</c:v>
                  </c:pt>
                  <c:pt idx="706">
                    <c:v>set/25</c:v>
                  </c:pt>
                  <c:pt idx="707">
                    <c:v>set/25</c:v>
                  </c:pt>
                  <c:pt idx="708">
                    <c:v>set/25</c:v>
                  </c:pt>
                  <c:pt idx="709">
                    <c:v>out/25</c:v>
                  </c:pt>
                  <c:pt idx="710">
                    <c:v>out/25</c:v>
                  </c:pt>
                  <c:pt idx="711">
                    <c:v>out/25</c:v>
                  </c:pt>
                  <c:pt idx="712">
                    <c:v>out/25</c:v>
                  </c:pt>
                  <c:pt idx="713">
                    <c:v>nov/25</c:v>
                  </c:pt>
                  <c:pt idx="714">
                    <c:v>nov/25</c:v>
                  </c:pt>
                  <c:pt idx="715">
                    <c:v>nov/25</c:v>
                  </c:pt>
                  <c:pt idx="716">
                    <c:v>nov/25</c:v>
                  </c:pt>
                  <c:pt idx="717">
                    <c:v>dez/25</c:v>
                  </c:pt>
                  <c:pt idx="718">
                    <c:v>dez/25</c:v>
                  </c:pt>
                  <c:pt idx="719">
                    <c:v>dez/25</c:v>
                  </c:pt>
                  <c:pt idx="720">
                    <c:v>dez/25</c:v>
                  </c:pt>
                  <c:pt idx="721">
                    <c:v>jan/26</c:v>
                  </c:pt>
                  <c:pt idx="722">
                    <c:v>jan/26</c:v>
                  </c:pt>
                  <c:pt idx="723">
                    <c:v>jan/26</c:v>
                  </c:pt>
                  <c:pt idx="724">
                    <c:v>jan/26</c:v>
                  </c:pt>
                  <c:pt idx="725">
                    <c:v>fev/26</c:v>
                  </c:pt>
                  <c:pt idx="726">
                    <c:v>fev/26</c:v>
                  </c:pt>
                  <c:pt idx="727">
                    <c:v>fev/26</c:v>
                  </c:pt>
                  <c:pt idx="728">
                    <c:v>fev/26</c:v>
                  </c:pt>
                  <c:pt idx="729">
                    <c:v>mar/26</c:v>
                  </c:pt>
                  <c:pt idx="730">
                    <c:v>mar/26</c:v>
                  </c:pt>
                  <c:pt idx="731">
                    <c:v>mar/26</c:v>
                  </c:pt>
                  <c:pt idx="732">
                    <c:v>mar/26</c:v>
                  </c:pt>
                  <c:pt idx="733">
                    <c:v>abr/26</c:v>
                  </c:pt>
                  <c:pt idx="734">
                    <c:v>abr/26</c:v>
                  </c:pt>
                  <c:pt idx="735">
                    <c:v>abr/26</c:v>
                  </c:pt>
                  <c:pt idx="736">
                    <c:v>abr/26</c:v>
                  </c:pt>
                  <c:pt idx="737">
                    <c:v>mai/26</c:v>
                  </c:pt>
                  <c:pt idx="738">
                    <c:v>mai/26</c:v>
                  </c:pt>
                  <c:pt idx="739">
                    <c:v>mai/26</c:v>
                  </c:pt>
                  <c:pt idx="740">
                    <c:v>mai/26</c:v>
                  </c:pt>
                  <c:pt idx="741">
                    <c:v>jun/26</c:v>
                  </c:pt>
                  <c:pt idx="742">
                    <c:v>jun/26</c:v>
                  </c:pt>
                  <c:pt idx="743">
                    <c:v>jun/26</c:v>
                  </c:pt>
                  <c:pt idx="744">
                    <c:v>jun/26</c:v>
                  </c:pt>
                  <c:pt idx="745">
                    <c:v>jun/26</c:v>
                  </c:pt>
                  <c:pt idx="746">
                    <c:v>jul/26</c:v>
                  </c:pt>
                  <c:pt idx="747">
                    <c:v>jul/26</c:v>
                  </c:pt>
                  <c:pt idx="748">
                    <c:v>jul/26</c:v>
                  </c:pt>
                  <c:pt idx="749">
                    <c:v>jul/26</c:v>
                  </c:pt>
                  <c:pt idx="750">
                    <c:v>ago/26</c:v>
                  </c:pt>
                  <c:pt idx="751">
                    <c:v>ago/26</c:v>
                  </c:pt>
                  <c:pt idx="752">
                    <c:v>ago/26</c:v>
                  </c:pt>
                  <c:pt idx="753">
                    <c:v>ago/26</c:v>
                  </c:pt>
                  <c:pt idx="754">
                    <c:v>set/26</c:v>
                  </c:pt>
                  <c:pt idx="755">
                    <c:v>set/26</c:v>
                  </c:pt>
                  <c:pt idx="756">
                    <c:v>set/26</c:v>
                  </c:pt>
                  <c:pt idx="757">
                    <c:v>set/26</c:v>
                  </c:pt>
                  <c:pt idx="758">
                    <c:v>set/26</c:v>
                  </c:pt>
                  <c:pt idx="759">
                    <c:v>out/26</c:v>
                  </c:pt>
                  <c:pt idx="760">
                    <c:v>out/26</c:v>
                  </c:pt>
                  <c:pt idx="761">
                    <c:v>out/26</c:v>
                  </c:pt>
                </c:lvl>
              </c:multiLvlStrCache>
            </c:multiLvlStrRef>
          </c:cat>
          <c:val>
            <c:numRef>
              <c:f>Sheet1!$B$2:$B$763</c:f>
              <c:numCache>
                <c:formatCode>General</c:formatCode>
                <c:ptCount val="76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-0.0002</c:v>
                </c:pt>
                <c:pt idx="6">
                  <c:v>-0.00214</c:v>
                </c:pt>
                <c:pt idx="7">
                  <c:v>-0.004647</c:v>
                </c:pt>
                <c:pt idx="8">
                  <c:v>-0.003089</c:v>
                </c:pt>
                <c:pt idx="9">
                  <c:v>-0.003089</c:v>
                </c:pt>
                <c:pt idx="10">
                  <c:v>-0.003089</c:v>
                </c:pt>
                <c:pt idx="11">
                  <c:v>-0.003089</c:v>
                </c:pt>
                <c:pt idx="12">
                  <c:v>-0.003089</c:v>
                </c:pt>
                <c:pt idx="13">
                  <c:v>-0.003089</c:v>
                </c:pt>
                <c:pt idx="14">
                  <c:v>-0.003089</c:v>
                </c:pt>
                <c:pt idx="15">
                  <c:v>-0.003089</c:v>
                </c:pt>
                <c:pt idx="16">
                  <c:v>-0.003089</c:v>
                </c:pt>
                <c:pt idx="17">
                  <c:v>-0.003288</c:v>
                </c:pt>
                <c:pt idx="18">
                  <c:v>-0.004437</c:v>
                </c:pt>
                <c:pt idx="19">
                  <c:v>-0.004437</c:v>
                </c:pt>
                <c:pt idx="20">
                  <c:v>-0.004437</c:v>
                </c:pt>
                <c:pt idx="21">
                  <c:v>-0.004437</c:v>
                </c:pt>
                <c:pt idx="22">
                  <c:v>-0.004437</c:v>
                </c:pt>
                <c:pt idx="23">
                  <c:v>-0.004437</c:v>
                </c:pt>
                <c:pt idx="24">
                  <c:v>-0.004437</c:v>
                </c:pt>
                <c:pt idx="25">
                  <c:v>-0.004437</c:v>
                </c:pt>
                <c:pt idx="26">
                  <c:v>-0.004437</c:v>
                </c:pt>
                <c:pt idx="27">
                  <c:v>-0.004437</c:v>
                </c:pt>
                <c:pt idx="28">
                  <c:v>-0.004437</c:v>
                </c:pt>
                <c:pt idx="29">
                  <c:v>-0.004437</c:v>
                </c:pt>
                <c:pt idx="30">
                  <c:v>-0.004437</c:v>
                </c:pt>
                <c:pt idx="31">
                  <c:v>-0.004437</c:v>
                </c:pt>
                <c:pt idx="32">
                  <c:v>-0.004437</c:v>
                </c:pt>
                <c:pt idx="33">
                  <c:v>-0.004437</c:v>
                </c:pt>
                <c:pt idx="34">
                  <c:v>-0.004437</c:v>
                </c:pt>
                <c:pt idx="35">
                  <c:v>-0.004437</c:v>
                </c:pt>
                <c:pt idx="36">
                  <c:v>-0.004437</c:v>
                </c:pt>
                <c:pt idx="37">
                  <c:v>-0.004437</c:v>
                </c:pt>
                <c:pt idx="38">
                  <c:v>-0.004437</c:v>
                </c:pt>
                <c:pt idx="39">
                  <c:v>-0.004437</c:v>
                </c:pt>
                <c:pt idx="40">
                  <c:v>-0.004437</c:v>
                </c:pt>
                <c:pt idx="41">
                  <c:v>-0.004437</c:v>
                </c:pt>
                <c:pt idx="42">
                  <c:v>-0.004437</c:v>
                </c:pt>
                <c:pt idx="43">
                  <c:v>-0.004437</c:v>
                </c:pt>
                <c:pt idx="44">
                  <c:v>0.003124</c:v>
                </c:pt>
                <c:pt idx="45">
                  <c:v>0.005834</c:v>
                </c:pt>
                <c:pt idx="46">
                  <c:v>0.005834</c:v>
                </c:pt>
                <c:pt idx="47">
                  <c:v>0.005834</c:v>
                </c:pt>
                <c:pt idx="48">
                  <c:v>0.005834</c:v>
                </c:pt>
                <c:pt idx="49">
                  <c:v>0.012182</c:v>
                </c:pt>
                <c:pt idx="50">
                  <c:v>0.012182</c:v>
                </c:pt>
                <c:pt idx="51">
                  <c:v>0.012182</c:v>
                </c:pt>
                <c:pt idx="52">
                  <c:v>0.012182</c:v>
                </c:pt>
                <c:pt idx="53">
                  <c:v>0.012182</c:v>
                </c:pt>
                <c:pt idx="54">
                  <c:v>0.012182</c:v>
                </c:pt>
                <c:pt idx="55">
                  <c:v>0.012182</c:v>
                </c:pt>
                <c:pt idx="56">
                  <c:v>0.012182</c:v>
                </c:pt>
                <c:pt idx="57">
                  <c:v>0.01198</c:v>
                </c:pt>
                <c:pt idx="58">
                  <c:v>0.012026</c:v>
                </c:pt>
                <c:pt idx="59">
                  <c:v>0.012026</c:v>
                </c:pt>
                <c:pt idx="60">
                  <c:v>0.012026</c:v>
                </c:pt>
                <c:pt idx="61">
                  <c:v>0.012026</c:v>
                </c:pt>
                <c:pt idx="62">
                  <c:v>0.012026</c:v>
                </c:pt>
                <c:pt idx="63">
                  <c:v>0.012026</c:v>
                </c:pt>
                <c:pt idx="64">
                  <c:v>0.012026</c:v>
                </c:pt>
                <c:pt idx="65">
                  <c:v>0.012026</c:v>
                </c:pt>
                <c:pt idx="66">
                  <c:v>0.012026</c:v>
                </c:pt>
                <c:pt idx="67">
                  <c:v>0.012026</c:v>
                </c:pt>
                <c:pt idx="68">
                  <c:v>0.012026</c:v>
                </c:pt>
                <c:pt idx="69">
                  <c:v>0.012026</c:v>
                </c:pt>
                <c:pt idx="70">
                  <c:v>0.012026</c:v>
                </c:pt>
                <c:pt idx="71">
                  <c:v>0.012026</c:v>
                </c:pt>
                <c:pt idx="72">
                  <c:v>0.012026</c:v>
                </c:pt>
                <c:pt idx="73">
                  <c:v>0.012026</c:v>
                </c:pt>
                <c:pt idx="74">
                  <c:v>0.012026</c:v>
                </c:pt>
                <c:pt idx="75">
                  <c:v>0.012026</c:v>
                </c:pt>
                <c:pt idx="76">
                  <c:v>0.012026</c:v>
                </c:pt>
                <c:pt idx="77">
                  <c:v>0.012026</c:v>
                </c:pt>
                <c:pt idx="78">
                  <c:v>0.012026</c:v>
                </c:pt>
                <c:pt idx="79">
                  <c:v>0.012026</c:v>
                </c:pt>
                <c:pt idx="80">
                  <c:v>0.012026</c:v>
                </c:pt>
                <c:pt idx="81">
                  <c:v>0.012026</c:v>
                </c:pt>
                <c:pt idx="82">
                  <c:v>0.012026</c:v>
                </c:pt>
                <c:pt idx="83">
                  <c:v>0.012026</c:v>
                </c:pt>
                <c:pt idx="84">
                  <c:v>0.012026</c:v>
                </c:pt>
                <c:pt idx="85">
                  <c:v>0.012026</c:v>
                </c:pt>
                <c:pt idx="86">
                  <c:v>0.012026</c:v>
                </c:pt>
                <c:pt idx="87">
                  <c:v>0.012026</c:v>
                </c:pt>
                <c:pt idx="88">
                  <c:v>0.012026</c:v>
                </c:pt>
                <c:pt idx="89">
                  <c:v>0.012026</c:v>
                </c:pt>
                <c:pt idx="90">
                  <c:v>0.012026</c:v>
                </c:pt>
                <c:pt idx="91">
                  <c:v>0.012026</c:v>
                </c:pt>
                <c:pt idx="92">
                  <c:v>0.012026</c:v>
                </c:pt>
                <c:pt idx="93">
                  <c:v>0.012026</c:v>
                </c:pt>
                <c:pt idx="94">
                  <c:v>0.012026</c:v>
                </c:pt>
                <c:pt idx="95">
                  <c:v>0.012026</c:v>
                </c:pt>
                <c:pt idx="96">
                  <c:v>0.012026</c:v>
                </c:pt>
                <c:pt idx="97">
                  <c:v>0.012026</c:v>
                </c:pt>
                <c:pt idx="98">
                  <c:v>0.012026</c:v>
                </c:pt>
                <c:pt idx="99">
                  <c:v>0.012026</c:v>
                </c:pt>
                <c:pt idx="100">
                  <c:v>0.012026</c:v>
                </c:pt>
                <c:pt idx="101">
                  <c:v>0.012026</c:v>
                </c:pt>
                <c:pt idx="102">
                  <c:v>0.012026</c:v>
                </c:pt>
                <c:pt idx="103">
                  <c:v>0.012026</c:v>
                </c:pt>
                <c:pt idx="104">
                  <c:v>0.012026</c:v>
                </c:pt>
                <c:pt idx="105">
                  <c:v>0.012026</c:v>
                </c:pt>
                <c:pt idx="106">
                  <c:v>0.012026</c:v>
                </c:pt>
                <c:pt idx="107">
                  <c:v>0.012026</c:v>
                </c:pt>
                <c:pt idx="108">
                  <c:v>0.012026</c:v>
                </c:pt>
                <c:pt idx="109">
                  <c:v>0.012026</c:v>
                </c:pt>
                <c:pt idx="110">
                  <c:v>0.012026</c:v>
                </c:pt>
                <c:pt idx="111">
                  <c:v>0.012026</c:v>
                </c:pt>
                <c:pt idx="112">
                  <c:v>0.012026</c:v>
                </c:pt>
                <c:pt idx="113">
                  <c:v>0.012026</c:v>
                </c:pt>
                <c:pt idx="114">
                  <c:v>0.012026</c:v>
                </c:pt>
                <c:pt idx="115">
                  <c:v>0.012026</c:v>
                </c:pt>
                <c:pt idx="116">
                  <c:v>0.012026</c:v>
                </c:pt>
                <c:pt idx="117">
                  <c:v>0.012026</c:v>
                </c:pt>
                <c:pt idx="118">
                  <c:v>0.012026</c:v>
                </c:pt>
                <c:pt idx="119">
                  <c:v>0.012026</c:v>
                </c:pt>
                <c:pt idx="120">
                  <c:v>0.012026</c:v>
                </c:pt>
                <c:pt idx="121">
                  <c:v>0.012026</c:v>
                </c:pt>
                <c:pt idx="122">
                  <c:v>0.012026</c:v>
                </c:pt>
                <c:pt idx="123">
                  <c:v>0.012026</c:v>
                </c:pt>
                <c:pt idx="124">
                  <c:v>0.012026</c:v>
                </c:pt>
                <c:pt idx="125">
                  <c:v>0.012026</c:v>
                </c:pt>
                <c:pt idx="126">
                  <c:v>0.012026</c:v>
                </c:pt>
                <c:pt idx="127">
                  <c:v>0.012026</c:v>
                </c:pt>
                <c:pt idx="128">
                  <c:v>0.012026</c:v>
                </c:pt>
                <c:pt idx="129">
                  <c:v>0.012026</c:v>
                </c:pt>
                <c:pt idx="130">
                  <c:v>0.012026</c:v>
                </c:pt>
                <c:pt idx="131">
                  <c:v>0.012026</c:v>
                </c:pt>
                <c:pt idx="132">
                  <c:v>0.012026</c:v>
                </c:pt>
                <c:pt idx="133">
                  <c:v>0.012026</c:v>
                </c:pt>
                <c:pt idx="134">
                  <c:v>0.012026</c:v>
                </c:pt>
                <c:pt idx="135">
                  <c:v>0.012026</c:v>
                </c:pt>
                <c:pt idx="136">
                  <c:v>0.012026</c:v>
                </c:pt>
                <c:pt idx="137">
                  <c:v>0.012026</c:v>
                </c:pt>
                <c:pt idx="138">
                  <c:v>0.012026</c:v>
                </c:pt>
                <c:pt idx="139">
                  <c:v>0.012026</c:v>
                </c:pt>
                <c:pt idx="140">
                  <c:v>0.016244</c:v>
                </c:pt>
                <c:pt idx="141">
                  <c:v>0.020323</c:v>
                </c:pt>
                <c:pt idx="142">
                  <c:v>0.020323</c:v>
                </c:pt>
                <c:pt idx="143">
                  <c:v>0.020323</c:v>
                </c:pt>
                <c:pt idx="144">
                  <c:v>0.020323</c:v>
                </c:pt>
                <c:pt idx="145">
                  <c:v>0.020323</c:v>
                </c:pt>
                <c:pt idx="146">
                  <c:v>0.020323</c:v>
                </c:pt>
                <c:pt idx="147">
                  <c:v>0.020323</c:v>
                </c:pt>
                <c:pt idx="148">
                  <c:v>0.020323</c:v>
                </c:pt>
                <c:pt idx="149">
                  <c:v>0.020323</c:v>
                </c:pt>
                <c:pt idx="150">
                  <c:v>0.020323</c:v>
                </c:pt>
                <c:pt idx="151">
                  <c:v>0.020323</c:v>
                </c:pt>
                <c:pt idx="152">
                  <c:v>0.020323</c:v>
                </c:pt>
                <c:pt idx="153">
                  <c:v>0.020323</c:v>
                </c:pt>
                <c:pt idx="154">
                  <c:v>0.020323</c:v>
                </c:pt>
                <c:pt idx="155">
                  <c:v>0.020323</c:v>
                </c:pt>
                <c:pt idx="156">
                  <c:v>0.020323</c:v>
                </c:pt>
                <c:pt idx="157">
                  <c:v>0.020323</c:v>
                </c:pt>
                <c:pt idx="158">
                  <c:v>0.020323</c:v>
                </c:pt>
                <c:pt idx="159">
                  <c:v>0.020323</c:v>
                </c:pt>
                <c:pt idx="160">
                  <c:v>0.020323</c:v>
                </c:pt>
                <c:pt idx="161">
                  <c:v>0.020323</c:v>
                </c:pt>
                <c:pt idx="162">
                  <c:v>0.020323</c:v>
                </c:pt>
                <c:pt idx="163">
                  <c:v>0.020323</c:v>
                </c:pt>
                <c:pt idx="164">
                  <c:v>0.020323</c:v>
                </c:pt>
                <c:pt idx="165">
                  <c:v>0.020323</c:v>
                </c:pt>
                <c:pt idx="166">
                  <c:v>0.020323</c:v>
                </c:pt>
                <c:pt idx="167">
                  <c:v>0.020323</c:v>
                </c:pt>
                <c:pt idx="168">
                  <c:v>0.020323</c:v>
                </c:pt>
                <c:pt idx="169">
                  <c:v>0.020323</c:v>
                </c:pt>
                <c:pt idx="170">
                  <c:v>0.020323</c:v>
                </c:pt>
                <c:pt idx="171">
                  <c:v>0.020323</c:v>
                </c:pt>
                <c:pt idx="172">
                  <c:v>0.020323</c:v>
                </c:pt>
                <c:pt idx="173">
                  <c:v>0.020323</c:v>
                </c:pt>
                <c:pt idx="174">
                  <c:v>0.020323</c:v>
                </c:pt>
                <c:pt idx="175">
                  <c:v>0.047974</c:v>
                </c:pt>
                <c:pt idx="176">
                  <c:v>0.05563</c:v>
                </c:pt>
                <c:pt idx="177">
                  <c:v>0.054556</c:v>
                </c:pt>
                <c:pt idx="178">
                  <c:v>0.053629</c:v>
                </c:pt>
                <c:pt idx="179">
                  <c:v>0.054708</c:v>
                </c:pt>
                <c:pt idx="180">
                  <c:v>0.054708</c:v>
                </c:pt>
                <c:pt idx="181">
                  <c:v>0.054708</c:v>
                </c:pt>
                <c:pt idx="182">
                  <c:v>0.054708</c:v>
                </c:pt>
                <c:pt idx="183">
                  <c:v>0.054708</c:v>
                </c:pt>
                <c:pt idx="184">
                  <c:v>0.054708</c:v>
                </c:pt>
                <c:pt idx="185">
                  <c:v>0.054708</c:v>
                </c:pt>
                <c:pt idx="186">
                  <c:v>0.050523</c:v>
                </c:pt>
                <c:pt idx="187">
                  <c:v>0.049037</c:v>
                </c:pt>
                <c:pt idx="188">
                  <c:v>0.037151</c:v>
                </c:pt>
                <c:pt idx="189">
                  <c:v>0.046378</c:v>
                </c:pt>
                <c:pt idx="190">
                  <c:v>0.045864</c:v>
                </c:pt>
                <c:pt idx="191">
                  <c:v>0.039341</c:v>
                </c:pt>
                <c:pt idx="192">
                  <c:v>0.039844</c:v>
                </c:pt>
                <c:pt idx="193">
                  <c:v>0.039844</c:v>
                </c:pt>
                <c:pt idx="194">
                  <c:v>0.039844</c:v>
                </c:pt>
                <c:pt idx="195">
                  <c:v>0.039844</c:v>
                </c:pt>
                <c:pt idx="196">
                  <c:v>0.039844</c:v>
                </c:pt>
                <c:pt idx="197">
                  <c:v>0.039844</c:v>
                </c:pt>
                <c:pt idx="198">
                  <c:v>0.039844</c:v>
                </c:pt>
                <c:pt idx="199">
                  <c:v>0.039844</c:v>
                </c:pt>
                <c:pt idx="200">
                  <c:v>0.039844</c:v>
                </c:pt>
                <c:pt idx="201">
                  <c:v>0.039844</c:v>
                </c:pt>
                <c:pt idx="202">
                  <c:v>0.039844</c:v>
                </c:pt>
                <c:pt idx="203">
                  <c:v>0.039844</c:v>
                </c:pt>
                <c:pt idx="204">
                  <c:v>0.039844</c:v>
                </c:pt>
                <c:pt idx="205">
                  <c:v>0.039844</c:v>
                </c:pt>
                <c:pt idx="206">
                  <c:v>0.039844</c:v>
                </c:pt>
                <c:pt idx="207">
                  <c:v>0.039844</c:v>
                </c:pt>
                <c:pt idx="208">
                  <c:v>0.039844</c:v>
                </c:pt>
                <c:pt idx="209">
                  <c:v>0.039844</c:v>
                </c:pt>
                <c:pt idx="210">
                  <c:v>0.039844</c:v>
                </c:pt>
                <c:pt idx="211">
                  <c:v>0.039844</c:v>
                </c:pt>
                <c:pt idx="212">
                  <c:v>0.039844</c:v>
                </c:pt>
                <c:pt idx="213">
                  <c:v>0.039844</c:v>
                </c:pt>
                <c:pt idx="214">
                  <c:v>0.039844</c:v>
                </c:pt>
                <c:pt idx="215">
                  <c:v>0.039844</c:v>
                </c:pt>
                <c:pt idx="216">
                  <c:v>0.039844</c:v>
                </c:pt>
                <c:pt idx="217">
                  <c:v>0.039844</c:v>
                </c:pt>
                <c:pt idx="218">
                  <c:v>0.039844</c:v>
                </c:pt>
                <c:pt idx="219">
                  <c:v>0.039844</c:v>
                </c:pt>
                <c:pt idx="220">
                  <c:v>0.039844</c:v>
                </c:pt>
                <c:pt idx="221">
                  <c:v>0.039844</c:v>
                </c:pt>
                <c:pt idx="222">
                  <c:v>0.039844</c:v>
                </c:pt>
                <c:pt idx="223">
                  <c:v>0.039844</c:v>
                </c:pt>
                <c:pt idx="224">
                  <c:v>0.039844</c:v>
                </c:pt>
                <c:pt idx="225">
                  <c:v>0.039844</c:v>
                </c:pt>
                <c:pt idx="226">
                  <c:v>0.039844</c:v>
                </c:pt>
                <c:pt idx="227">
                  <c:v>0.039844</c:v>
                </c:pt>
                <c:pt idx="228">
                  <c:v>0.039844</c:v>
                </c:pt>
                <c:pt idx="229">
                  <c:v>0.039844</c:v>
                </c:pt>
                <c:pt idx="230">
                  <c:v>0.039844</c:v>
                </c:pt>
                <c:pt idx="231">
                  <c:v>0.039844</c:v>
                </c:pt>
                <c:pt idx="232">
                  <c:v>0.039844</c:v>
                </c:pt>
                <c:pt idx="233">
                  <c:v>0.039844</c:v>
                </c:pt>
                <c:pt idx="234">
                  <c:v>0.039844</c:v>
                </c:pt>
                <c:pt idx="235">
                  <c:v>0.039844</c:v>
                </c:pt>
                <c:pt idx="236">
                  <c:v>0.039844</c:v>
                </c:pt>
                <c:pt idx="237">
                  <c:v>0.039844</c:v>
                </c:pt>
                <c:pt idx="238">
                  <c:v>0.039844</c:v>
                </c:pt>
                <c:pt idx="239">
                  <c:v>0.039844</c:v>
                </c:pt>
                <c:pt idx="240">
                  <c:v>0.039844</c:v>
                </c:pt>
                <c:pt idx="241">
                  <c:v>0.039844</c:v>
                </c:pt>
                <c:pt idx="242">
                  <c:v>0.039844</c:v>
                </c:pt>
                <c:pt idx="243">
                  <c:v>0.039844</c:v>
                </c:pt>
                <c:pt idx="244">
                  <c:v>0.039844</c:v>
                </c:pt>
                <c:pt idx="245">
                  <c:v>0.039844</c:v>
                </c:pt>
                <c:pt idx="246">
                  <c:v>0.039844</c:v>
                </c:pt>
                <c:pt idx="247">
                  <c:v>0.039844</c:v>
                </c:pt>
                <c:pt idx="248">
                  <c:v>0.039844</c:v>
                </c:pt>
                <c:pt idx="249">
                  <c:v>0.039844</c:v>
                </c:pt>
                <c:pt idx="250">
                  <c:v>0.039844</c:v>
                </c:pt>
                <c:pt idx="251">
                  <c:v>0.039844</c:v>
                </c:pt>
                <c:pt idx="252">
                  <c:v>0.039844</c:v>
                </c:pt>
                <c:pt idx="253">
                  <c:v>0.039844</c:v>
                </c:pt>
                <c:pt idx="254">
                  <c:v>0.039844</c:v>
                </c:pt>
                <c:pt idx="255">
                  <c:v>0.039844</c:v>
                </c:pt>
                <c:pt idx="256">
                  <c:v>0.039844</c:v>
                </c:pt>
                <c:pt idx="257">
                  <c:v>0.039844</c:v>
                </c:pt>
                <c:pt idx="258">
                  <c:v>0.039844</c:v>
                </c:pt>
                <c:pt idx="259">
                  <c:v>0.039844</c:v>
                </c:pt>
                <c:pt idx="260">
                  <c:v>0.039844</c:v>
                </c:pt>
                <c:pt idx="261">
                  <c:v>0.039844</c:v>
                </c:pt>
                <c:pt idx="262">
                  <c:v>0.039844</c:v>
                </c:pt>
                <c:pt idx="263">
                  <c:v>0.039844</c:v>
                </c:pt>
                <c:pt idx="264">
                  <c:v>0.039844</c:v>
                </c:pt>
                <c:pt idx="265">
                  <c:v>0.039844</c:v>
                </c:pt>
                <c:pt idx="266">
                  <c:v>0.039844</c:v>
                </c:pt>
                <c:pt idx="267">
                  <c:v>0.039844</c:v>
                </c:pt>
                <c:pt idx="268">
                  <c:v>0.039844</c:v>
                </c:pt>
                <c:pt idx="269">
                  <c:v>0.039844</c:v>
                </c:pt>
                <c:pt idx="270">
                  <c:v>0.039844</c:v>
                </c:pt>
                <c:pt idx="271">
                  <c:v>0.039844</c:v>
                </c:pt>
                <c:pt idx="272">
                  <c:v>0.039844</c:v>
                </c:pt>
                <c:pt idx="273">
                  <c:v>0.039844</c:v>
                </c:pt>
                <c:pt idx="274">
                  <c:v>0.039844</c:v>
                </c:pt>
                <c:pt idx="275">
                  <c:v>0.039844</c:v>
                </c:pt>
                <c:pt idx="276">
                  <c:v>0.039844</c:v>
                </c:pt>
                <c:pt idx="277">
                  <c:v>0.039844</c:v>
                </c:pt>
                <c:pt idx="278">
                  <c:v>0.039844</c:v>
                </c:pt>
                <c:pt idx="279">
                  <c:v>0.039844</c:v>
                </c:pt>
                <c:pt idx="280">
                  <c:v>0.039844</c:v>
                </c:pt>
                <c:pt idx="281">
                  <c:v>0.039844</c:v>
                </c:pt>
                <c:pt idx="282">
                  <c:v>0.039844</c:v>
                </c:pt>
                <c:pt idx="283">
                  <c:v>0.039844</c:v>
                </c:pt>
                <c:pt idx="284">
                  <c:v>0.039844</c:v>
                </c:pt>
                <c:pt idx="285">
                  <c:v>0.039844</c:v>
                </c:pt>
                <c:pt idx="286">
                  <c:v>0.039844</c:v>
                </c:pt>
                <c:pt idx="287">
                  <c:v>0.039844</c:v>
                </c:pt>
                <c:pt idx="288">
                  <c:v>0.039844</c:v>
                </c:pt>
                <c:pt idx="289">
                  <c:v>0.039844</c:v>
                </c:pt>
                <c:pt idx="290">
                  <c:v>0.039844</c:v>
                </c:pt>
                <c:pt idx="291">
                  <c:v>0.039844</c:v>
                </c:pt>
                <c:pt idx="292">
                  <c:v>0.039844</c:v>
                </c:pt>
                <c:pt idx="293">
                  <c:v>0.039844</c:v>
                </c:pt>
                <c:pt idx="294">
                  <c:v>0.039844</c:v>
                </c:pt>
                <c:pt idx="295">
                  <c:v>0.039844</c:v>
                </c:pt>
                <c:pt idx="296">
                  <c:v>0.039844</c:v>
                </c:pt>
                <c:pt idx="297">
                  <c:v>0.039844</c:v>
                </c:pt>
                <c:pt idx="298">
                  <c:v>0.039844</c:v>
                </c:pt>
                <c:pt idx="299">
                  <c:v>0.039844</c:v>
                </c:pt>
                <c:pt idx="300">
                  <c:v>0.039844</c:v>
                </c:pt>
                <c:pt idx="301">
                  <c:v>0.039844</c:v>
                </c:pt>
                <c:pt idx="302">
                  <c:v>0.039844</c:v>
                </c:pt>
                <c:pt idx="303">
                  <c:v>0.039844</c:v>
                </c:pt>
                <c:pt idx="304">
                  <c:v>0.039844</c:v>
                </c:pt>
                <c:pt idx="305">
                  <c:v>0.039844</c:v>
                </c:pt>
                <c:pt idx="306">
                  <c:v>0.039844</c:v>
                </c:pt>
                <c:pt idx="307">
                  <c:v>0.039844</c:v>
                </c:pt>
                <c:pt idx="308">
                  <c:v>0.039844</c:v>
                </c:pt>
                <c:pt idx="309">
                  <c:v>0.039844</c:v>
                </c:pt>
                <c:pt idx="310">
                  <c:v>0.039844</c:v>
                </c:pt>
                <c:pt idx="311">
                  <c:v>0.039844</c:v>
                </c:pt>
                <c:pt idx="312">
                  <c:v>0.039844</c:v>
                </c:pt>
                <c:pt idx="313">
                  <c:v>0.039844</c:v>
                </c:pt>
                <c:pt idx="314">
                  <c:v>0.039844</c:v>
                </c:pt>
                <c:pt idx="315">
                  <c:v>0.039844</c:v>
                </c:pt>
                <c:pt idx="316">
                  <c:v>0.039844</c:v>
                </c:pt>
                <c:pt idx="317">
                  <c:v>0.039844</c:v>
                </c:pt>
                <c:pt idx="318">
                  <c:v>0.039844</c:v>
                </c:pt>
                <c:pt idx="319">
                  <c:v>0.039844</c:v>
                </c:pt>
                <c:pt idx="320">
                  <c:v>0.039844</c:v>
                </c:pt>
                <c:pt idx="321">
                  <c:v>0.039844</c:v>
                </c:pt>
                <c:pt idx="322">
                  <c:v>0.039844</c:v>
                </c:pt>
                <c:pt idx="323">
                  <c:v>0.039844</c:v>
                </c:pt>
                <c:pt idx="324">
                  <c:v>0.039844</c:v>
                </c:pt>
                <c:pt idx="325">
                  <c:v>0.039844</c:v>
                </c:pt>
                <c:pt idx="326">
                  <c:v>0.039844</c:v>
                </c:pt>
                <c:pt idx="327">
                  <c:v>0.039844</c:v>
                </c:pt>
                <c:pt idx="328">
                  <c:v>0.039844</c:v>
                </c:pt>
                <c:pt idx="329">
                  <c:v>0.039844</c:v>
                </c:pt>
                <c:pt idx="330">
                  <c:v>0.039844</c:v>
                </c:pt>
                <c:pt idx="331">
                  <c:v>0.039844</c:v>
                </c:pt>
                <c:pt idx="332">
                  <c:v>0.039844</c:v>
                </c:pt>
                <c:pt idx="333">
                  <c:v>0.039844</c:v>
                </c:pt>
                <c:pt idx="334">
                  <c:v>0.039844</c:v>
                </c:pt>
                <c:pt idx="335">
                  <c:v>0.039844</c:v>
                </c:pt>
                <c:pt idx="336">
                  <c:v>0.039844</c:v>
                </c:pt>
                <c:pt idx="337">
                  <c:v>0.046237</c:v>
                </c:pt>
                <c:pt idx="338">
                  <c:v>0.046237</c:v>
                </c:pt>
                <c:pt idx="339">
                  <c:v>0.046237</c:v>
                </c:pt>
                <c:pt idx="340">
                  <c:v>0.046237</c:v>
                </c:pt>
                <c:pt idx="341">
                  <c:v>0.046237</c:v>
                </c:pt>
                <c:pt idx="342">
                  <c:v>0.046237</c:v>
                </c:pt>
                <c:pt idx="343">
                  <c:v>0.046237</c:v>
                </c:pt>
                <c:pt idx="344">
                  <c:v>0.046237</c:v>
                </c:pt>
                <c:pt idx="345">
                  <c:v>0.046237</c:v>
                </c:pt>
                <c:pt idx="346">
                  <c:v>0.046237</c:v>
                </c:pt>
                <c:pt idx="347">
                  <c:v>0.046237</c:v>
                </c:pt>
                <c:pt idx="348">
                  <c:v>0.046237</c:v>
                </c:pt>
                <c:pt idx="349">
                  <c:v>0.046237</c:v>
                </c:pt>
                <c:pt idx="350">
                  <c:v>0.046237</c:v>
                </c:pt>
                <c:pt idx="351">
                  <c:v>0.046237</c:v>
                </c:pt>
                <c:pt idx="352">
                  <c:v>0.046237</c:v>
                </c:pt>
                <c:pt idx="353">
                  <c:v>0.046237</c:v>
                </c:pt>
                <c:pt idx="354">
                  <c:v>0.046237</c:v>
                </c:pt>
                <c:pt idx="355">
                  <c:v>0.046237</c:v>
                </c:pt>
                <c:pt idx="356">
                  <c:v>0.046237</c:v>
                </c:pt>
                <c:pt idx="357">
                  <c:v>0.046237</c:v>
                </c:pt>
                <c:pt idx="358">
                  <c:v>0.046237</c:v>
                </c:pt>
                <c:pt idx="359">
                  <c:v>0.046237</c:v>
                </c:pt>
                <c:pt idx="360">
                  <c:v>0.046237</c:v>
                </c:pt>
                <c:pt idx="361">
                  <c:v>0.046237</c:v>
                </c:pt>
                <c:pt idx="362">
                  <c:v>0.044736</c:v>
                </c:pt>
                <c:pt idx="363">
                  <c:v>0.044565</c:v>
                </c:pt>
                <c:pt idx="364">
                  <c:v>0.042795</c:v>
                </c:pt>
                <c:pt idx="365">
                  <c:v>0.042795</c:v>
                </c:pt>
                <c:pt idx="366">
                  <c:v>0.042795</c:v>
                </c:pt>
                <c:pt idx="367">
                  <c:v>0.042795</c:v>
                </c:pt>
                <c:pt idx="368">
                  <c:v>0.042795</c:v>
                </c:pt>
                <c:pt idx="369">
                  <c:v>0.042795</c:v>
                </c:pt>
                <c:pt idx="370">
                  <c:v>0.042795</c:v>
                </c:pt>
                <c:pt idx="371">
                  <c:v>0.042795</c:v>
                </c:pt>
                <c:pt idx="372">
                  <c:v>0.042795</c:v>
                </c:pt>
                <c:pt idx="373">
                  <c:v>0.042795</c:v>
                </c:pt>
                <c:pt idx="374">
                  <c:v>0.042795</c:v>
                </c:pt>
                <c:pt idx="375">
                  <c:v>0.042795</c:v>
                </c:pt>
                <c:pt idx="376">
                  <c:v>0.042586</c:v>
                </c:pt>
                <c:pt idx="377">
                  <c:v>0.045273</c:v>
                </c:pt>
                <c:pt idx="378">
                  <c:v>0.042635</c:v>
                </c:pt>
                <c:pt idx="379">
                  <c:v>0.042635</c:v>
                </c:pt>
                <c:pt idx="380">
                  <c:v>0.042635</c:v>
                </c:pt>
                <c:pt idx="381">
                  <c:v>0.042635</c:v>
                </c:pt>
                <c:pt idx="382">
                  <c:v>0.042635</c:v>
                </c:pt>
                <c:pt idx="383">
                  <c:v>0.042635</c:v>
                </c:pt>
                <c:pt idx="384">
                  <c:v>0.042635</c:v>
                </c:pt>
                <c:pt idx="385">
                  <c:v>0.042635</c:v>
                </c:pt>
                <c:pt idx="386">
                  <c:v>0.042635</c:v>
                </c:pt>
                <c:pt idx="387">
                  <c:v>0.042635</c:v>
                </c:pt>
                <c:pt idx="388">
                  <c:v>0.042635</c:v>
                </c:pt>
                <c:pt idx="389">
                  <c:v>0.042635</c:v>
                </c:pt>
                <c:pt idx="390">
                  <c:v>0.042635</c:v>
                </c:pt>
                <c:pt idx="391">
                  <c:v>0.042635</c:v>
                </c:pt>
                <c:pt idx="392">
                  <c:v>0.042635</c:v>
                </c:pt>
                <c:pt idx="393">
                  <c:v>0.042635</c:v>
                </c:pt>
                <c:pt idx="394">
                  <c:v>0.042635</c:v>
                </c:pt>
                <c:pt idx="395">
                  <c:v>0.042635</c:v>
                </c:pt>
                <c:pt idx="396">
                  <c:v>0.042635</c:v>
                </c:pt>
                <c:pt idx="397">
                  <c:v>0.042635</c:v>
                </c:pt>
                <c:pt idx="398">
                  <c:v>0.042635</c:v>
                </c:pt>
                <c:pt idx="399">
                  <c:v>0.042635</c:v>
                </c:pt>
                <c:pt idx="400">
                  <c:v>0.042635</c:v>
                </c:pt>
                <c:pt idx="401">
                  <c:v>0.042635</c:v>
                </c:pt>
                <c:pt idx="402">
                  <c:v>0.042635</c:v>
                </c:pt>
                <c:pt idx="403">
                  <c:v>0.042635</c:v>
                </c:pt>
                <c:pt idx="404">
                  <c:v>0.042635</c:v>
                </c:pt>
                <c:pt idx="405">
                  <c:v>0.042635</c:v>
                </c:pt>
                <c:pt idx="406">
                  <c:v>0.042635</c:v>
                </c:pt>
                <c:pt idx="407">
                  <c:v>0.042635</c:v>
                </c:pt>
                <c:pt idx="408">
                  <c:v>0.042635</c:v>
                </c:pt>
                <c:pt idx="409">
                  <c:v>0.042635</c:v>
                </c:pt>
                <c:pt idx="410">
                  <c:v>0.042635</c:v>
                </c:pt>
                <c:pt idx="411">
                  <c:v>0.042635</c:v>
                </c:pt>
                <c:pt idx="412">
                  <c:v>0.042635</c:v>
                </c:pt>
                <c:pt idx="413">
                  <c:v>0.042635</c:v>
                </c:pt>
                <c:pt idx="414">
                  <c:v>0.042635</c:v>
                </c:pt>
                <c:pt idx="415">
                  <c:v>0.042635</c:v>
                </c:pt>
                <c:pt idx="416">
                  <c:v>0.042635</c:v>
                </c:pt>
                <c:pt idx="417">
                  <c:v>0.042635</c:v>
                </c:pt>
                <c:pt idx="418">
                  <c:v>0.042635</c:v>
                </c:pt>
                <c:pt idx="419">
                  <c:v>0.042635</c:v>
                </c:pt>
                <c:pt idx="420">
                  <c:v>0.042635</c:v>
                </c:pt>
                <c:pt idx="421">
                  <c:v>0.042635</c:v>
                </c:pt>
                <c:pt idx="422">
                  <c:v/>
                </c:pt>
                <c:pt idx="423">
                  <c:v/>
                </c:pt>
                <c:pt idx="424">
                  <c:v/>
                </c:pt>
                <c:pt idx="425">
                  <c:v/>
                </c:pt>
                <c:pt idx="426">
                  <c:v/>
                </c:pt>
                <c:pt idx="427">
                  <c:v/>
                </c:pt>
                <c:pt idx="428">
                  <c:v/>
                </c:pt>
                <c:pt idx="429">
                  <c:v/>
                </c:pt>
                <c:pt idx="430">
                  <c:v/>
                </c:pt>
                <c:pt idx="431">
                  <c:v/>
                </c:pt>
                <c:pt idx="432">
                  <c:v/>
                </c:pt>
                <c:pt idx="433">
                  <c:v/>
                </c:pt>
                <c:pt idx="434">
                  <c:v/>
                </c:pt>
                <c:pt idx="435">
                  <c:v/>
                </c:pt>
                <c:pt idx="436">
                  <c:v/>
                </c:pt>
                <c:pt idx="437">
                  <c:v/>
                </c:pt>
                <c:pt idx="438">
                  <c:v/>
                </c:pt>
                <c:pt idx="439">
                  <c:v/>
                </c:pt>
                <c:pt idx="440">
                  <c:v/>
                </c:pt>
                <c:pt idx="441">
                  <c:v/>
                </c:pt>
                <c:pt idx="442">
                  <c:v/>
                </c:pt>
                <c:pt idx="443">
                  <c:v/>
                </c:pt>
                <c:pt idx="444">
                  <c:v/>
                </c:pt>
                <c:pt idx="445">
                  <c:v/>
                </c:pt>
                <c:pt idx="446">
                  <c:v/>
                </c:pt>
                <c:pt idx="447">
                  <c:v/>
                </c:pt>
                <c:pt idx="448">
                  <c:v/>
                </c:pt>
                <c:pt idx="449">
                  <c:v/>
                </c:pt>
                <c:pt idx="450">
                  <c:v/>
                </c:pt>
                <c:pt idx="451">
                  <c:v/>
                </c:pt>
                <c:pt idx="452">
                  <c:v/>
                </c:pt>
                <c:pt idx="453">
                  <c:v/>
                </c:pt>
                <c:pt idx="454">
                  <c:v/>
                </c:pt>
                <c:pt idx="455">
                  <c:v/>
                </c:pt>
                <c:pt idx="456">
                  <c:v/>
                </c:pt>
                <c:pt idx="457">
                  <c:v/>
                </c:pt>
                <c:pt idx="458">
                  <c:v/>
                </c:pt>
                <c:pt idx="459">
                  <c:v/>
                </c:pt>
                <c:pt idx="460">
                  <c:v/>
                </c:pt>
                <c:pt idx="461">
                  <c:v/>
                </c:pt>
                <c:pt idx="462">
                  <c:v/>
                </c:pt>
                <c:pt idx="463">
                  <c:v/>
                </c:pt>
                <c:pt idx="464">
                  <c:v/>
                </c:pt>
                <c:pt idx="465">
                  <c:v/>
                </c:pt>
                <c:pt idx="466">
                  <c:v/>
                </c:pt>
                <c:pt idx="467">
                  <c:v/>
                </c:pt>
                <c:pt idx="468">
                  <c:v/>
                </c:pt>
                <c:pt idx="469">
                  <c:v/>
                </c:pt>
                <c:pt idx="470">
                  <c:v/>
                </c:pt>
                <c:pt idx="471">
                  <c:v/>
                </c:pt>
                <c:pt idx="472">
                  <c:v/>
                </c:pt>
                <c:pt idx="473">
                  <c:v/>
                </c:pt>
                <c:pt idx="474">
                  <c:v/>
                </c:pt>
                <c:pt idx="475">
                  <c:v/>
                </c:pt>
                <c:pt idx="476">
                  <c:v/>
                </c:pt>
                <c:pt idx="477">
                  <c:v/>
                </c:pt>
                <c:pt idx="478">
                  <c:v/>
                </c:pt>
                <c:pt idx="479">
                  <c:v/>
                </c:pt>
                <c:pt idx="480">
                  <c:v/>
                </c:pt>
                <c:pt idx="481">
                  <c:v/>
                </c:pt>
                <c:pt idx="482">
                  <c:v/>
                </c:pt>
                <c:pt idx="483">
                  <c:v/>
                </c:pt>
                <c:pt idx="484">
                  <c:v/>
                </c:pt>
                <c:pt idx="485">
                  <c:v/>
                </c:pt>
                <c:pt idx="486">
                  <c:v/>
                </c:pt>
                <c:pt idx="487">
                  <c:v/>
                </c:pt>
                <c:pt idx="488">
                  <c:v/>
                </c:pt>
                <c:pt idx="489">
                  <c:v/>
                </c:pt>
                <c:pt idx="490">
                  <c:v/>
                </c:pt>
                <c:pt idx="491">
                  <c:v/>
                </c:pt>
                <c:pt idx="492">
                  <c:v/>
                </c:pt>
                <c:pt idx="493">
                  <c:v/>
                </c:pt>
                <c:pt idx="494">
                  <c:v/>
                </c:pt>
                <c:pt idx="495">
                  <c:v/>
                </c:pt>
                <c:pt idx="496">
                  <c:v/>
                </c:pt>
                <c:pt idx="497">
                  <c:v/>
                </c:pt>
                <c:pt idx="498">
                  <c:v/>
                </c:pt>
                <c:pt idx="499">
                  <c:v/>
                </c:pt>
                <c:pt idx="500">
                  <c:v/>
                </c:pt>
                <c:pt idx="501">
                  <c:v/>
                </c:pt>
                <c:pt idx="502">
                  <c:v/>
                </c:pt>
                <c:pt idx="503">
                  <c:v/>
                </c:pt>
                <c:pt idx="504">
                  <c:v/>
                </c:pt>
                <c:pt idx="505">
                  <c:v/>
                </c:pt>
                <c:pt idx="506">
                  <c:v/>
                </c:pt>
                <c:pt idx="507">
                  <c:v/>
                </c:pt>
                <c:pt idx="508">
                  <c:v/>
                </c:pt>
                <c:pt idx="509">
                  <c:v/>
                </c:pt>
                <c:pt idx="510">
                  <c:v/>
                </c:pt>
                <c:pt idx="511">
                  <c:v/>
                </c:pt>
                <c:pt idx="512">
                  <c:v/>
                </c:pt>
                <c:pt idx="513">
                  <c:v/>
                </c:pt>
                <c:pt idx="514">
                  <c:v/>
                </c:pt>
                <c:pt idx="515">
                  <c:v/>
                </c:pt>
                <c:pt idx="516">
                  <c:v/>
                </c:pt>
                <c:pt idx="517">
                  <c:v/>
                </c:pt>
                <c:pt idx="518">
                  <c:v/>
                </c:pt>
                <c:pt idx="519">
                  <c:v/>
                </c:pt>
                <c:pt idx="520">
                  <c:v/>
                </c:pt>
                <c:pt idx="521">
                  <c:v/>
                </c:pt>
                <c:pt idx="522">
                  <c:v/>
                </c:pt>
                <c:pt idx="523">
                  <c:v/>
                </c:pt>
                <c:pt idx="524">
                  <c:v/>
                </c:pt>
                <c:pt idx="525">
                  <c:v/>
                </c:pt>
                <c:pt idx="526">
                  <c:v/>
                </c:pt>
                <c:pt idx="527">
                  <c:v/>
                </c:pt>
                <c:pt idx="528">
                  <c:v/>
                </c:pt>
                <c:pt idx="529">
                  <c:v/>
                </c:pt>
                <c:pt idx="530">
                  <c:v/>
                </c:pt>
                <c:pt idx="531">
                  <c:v/>
                </c:pt>
                <c:pt idx="532">
                  <c:v/>
                </c:pt>
                <c:pt idx="533">
                  <c:v/>
                </c:pt>
                <c:pt idx="534">
                  <c:v/>
                </c:pt>
                <c:pt idx="535">
                  <c:v/>
                </c:pt>
                <c:pt idx="536">
                  <c:v/>
                </c:pt>
                <c:pt idx="537">
                  <c:v/>
                </c:pt>
                <c:pt idx="538">
                  <c:v/>
                </c:pt>
                <c:pt idx="539">
                  <c:v/>
                </c:pt>
                <c:pt idx="540">
                  <c:v/>
                </c:pt>
                <c:pt idx="541">
                  <c:v/>
                </c:pt>
                <c:pt idx="542">
                  <c:v/>
                </c:pt>
                <c:pt idx="543">
                  <c:v/>
                </c:pt>
                <c:pt idx="544">
                  <c:v/>
                </c:pt>
                <c:pt idx="545">
                  <c:v/>
                </c:pt>
                <c:pt idx="546">
                  <c:v/>
                </c:pt>
                <c:pt idx="547">
                  <c:v/>
                </c:pt>
                <c:pt idx="548">
                  <c:v/>
                </c:pt>
                <c:pt idx="549">
                  <c:v/>
                </c:pt>
                <c:pt idx="550">
                  <c:v/>
                </c:pt>
                <c:pt idx="551">
                  <c:v/>
                </c:pt>
                <c:pt idx="552">
                  <c:v/>
                </c:pt>
                <c:pt idx="553">
                  <c:v/>
                </c:pt>
                <c:pt idx="554">
                  <c:v/>
                </c:pt>
                <c:pt idx="555">
                  <c:v/>
                </c:pt>
                <c:pt idx="556">
                  <c:v/>
                </c:pt>
                <c:pt idx="557">
                  <c:v/>
                </c:pt>
                <c:pt idx="558">
                  <c:v/>
                </c:pt>
                <c:pt idx="559">
                  <c:v/>
                </c:pt>
                <c:pt idx="560">
                  <c:v/>
                </c:pt>
                <c:pt idx="561">
                  <c:v/>
                </c:pt>
                <c:pt idx="562">
                  <c:v/>
                </c:pt>
                <c:pt idx="563">
                  <c:v/>
                </c:pt>
                <c:pt idx="564">
                  <c:v/>
                </c:pt>
                <c:pt idx="565">
                  <c:v/>
                </c:pt>
                <c:pt idx="566">
                  <c:v/>
                </c:pt>
                <c:pt idx="567">
                  <c:v/>
                </c:pt>
                <c:pt idx="568">
                  <c:v/>
                </c:pt>
                <c:pt idx="569">
                  <c:v/>
                </c:pt>
                <c:pt idx="570">
                  <c:v/>
                </c:pt>
                <c:pt idx="571">
                  <c:v/>
                </c:pt>
                <c:pt idx="572">
                  <c:v/>
                </c:pt>
                <c:pt idx="573">
                  <c:v/>
                </c:pt>
                <c:pt idx="574">
                  <c:v/>
                </c:pt>
                <c:pt idx="575">
                  <c:v/>
                </c:pt>
                <c:pt idx="576">
                  <c:v/>
                </c:pt>
                <c:pt idx="577">
                  <c:v/>
                </c:pt>
                <c:pt idx="578">
                  <c:v/>
                </c:pt>
                <c:pt idx="579">
                  <c:v/>
                </c:pt>
                <c:pt idx="580">
                  <c:v/>
                </c:pt>
                <c:pt idx="581">
                  <c:v/>
                </c:pt>
                <c:pt idx="582">
                  <c:v/>
                </c:pt>
                <c:pt idx="583">
                  <c:v/>
                </c:pt>
                <c:pt idx="584">
                  <c:v/>
                </c:pt>
                <c:pt idx="585">
                  <c:v/>
                </c:pt>
                <c:pt idx="586">
                  <c:v/>
                </c:pt>
                <c:pt idx="587">
                  <c:v/>
                </c:pt>
                <c:pt idx="588">
                  <c:v/>
                </c:pt>
                <c:pt idx="589">
                  <c:v/>
                </c:pt>
                <c:pt idx="590">
                  <c:v/>
                </c:pt>
                <c:pt idx="591">
                  <c:v/>
                </c:pt>
                <c:pt idx="592">
                  <c:v/>
                </c:pt>
                <c:pt idx="593">
                  <c:v/>
                </c:pt>
                <c:pt idx="594">
                  <c:v/>
                </c:pt>
                <c:pt idx="595">
                  <c:v/>
                </c:pt>
                <c:pt idx="596">
                  <c:v/>
                </c:pt>
                <c:pt idx="597">
                  <c:v/>
                </c:pt>
                <c:pt idx="598">
                  <c:v/>
                </c:pt>
                <c:pt idx="599">
                  <c:v/>
                </c:pt>
                <c:pt idx="600">
                  <c:v/>
                </c:pt>
                <c:pt idx="601">
                  <c:v/>
                </c:pt>
                <c:pt idx="602">
                  <c:v/>
                </c:pt>
                <c:pt idx="603">
                  <c:v/>
                </c:pt>
                <c:pt idx="604">
                  <c:v/>
                </c:pt>
                <c:pt idx="605">
                  <c:v/>
                </c:pt>
                <c:pt idx="606">
                  <c:v/>
                </c:pt>
                <c:pt idx="607">
                  <c:v/>
                </c:pt>
                <c:pt idx="608">
                  <c:v/>
                </c:pt>
                <c:pt idx="609">
                  <c:v/>
                </c:pt>
                <c:pt idx="610">
                  <c:v/>
                </c:pt>
                <c:pt idx="611">
                  <c:v/>
                </c:pt>
                <c:pt idx="612">
                  <c:v/>
                </c:pt>
                <c:pt idx="613">
                  <c:v/>
                </c:pt>
                <c:pt idx="614">
                  <c:v/>
                </c:pt>
                <c:pt idx="615">
                  <c:v/>
                </c:pt>
                <c:pt idx="616">
                  <c:v/>
                </c:pt>
                <c:pt idx="617">
                  <c:v/>
                </c:pt>
                <c:pt idx="618">
                  <c:v/>
                </c:pt>
                <c:pt idx="619">
                  <c:v/>
                </c:pt>
                <c:pt idx="620">
                  <c:v/>
                </c:pt>
                <c:pt idx="621">
                  <c:v/>
                </c:pt>
                <c:pt idx="622">
                  <c:v/>
                </c:pt>
                <c:pt idx="623">
                  <c:v/>
                </c:pt>
                <c:pt idx="624">
                  <c:v/>
                </c:pt>
                <c:pt idx="625">
                  <c:v/>
                </c:pt>
                <c:pt idx="626">
                  <c:v/>
                </c:pt>
                <c:pt idx="627">
                  <c:v/>
                </c:pt>
                <c:pt idx="628">
                  <c:v/>
                </c:pt>
                <c:pt idx="629">
                  <c:v/>
                </c:pt>
                <c:pt idx="630">
                  <c:v/>
                </c:pt>
                <c:pt idx="631">
                  <c:v/>
                </c:pt>
                <c:pt idx="632">
                  <c:v/>
                </c:pt>
                <c:pt idx="633">
                  <c:v/>
                </c:pt>
                <c:pt idx="634">
                  <c:v/>
                </c:pt>
                <c:pt idx="635">
                  <c:v/>
                </c:pt>
                <c:pt idx="636">
                  <c:v/>
                </c:pt>
                <c:pt idx="637">
                  <c:v/>
                </c:pt>
                <c:pt idx="638">
                  <c:v/>
                </c:pt>
                <c:pt idx="639">
                  <c:v/>
                </c:pt>
                <c:pt idx="640">
                  <c:v/>
                </c:pt>
                <c:pt idx="641">
                  <c:v/>
                </c:pt>
                <c:pt idx="642">
                  <c:v/>
                </c:pt>
                <c:pt idx="643">
                  <c:v/>
                </c:pt>
                <c:pt idx="644">
                  <c:v/>
                </c:pt>
                <c:pt idx="645">
                  <c:v/>
                </c:pt>
                <c:pt idx="646">
                  <c:v/>
                </c:pt>
                <c:pt idx="647">
                  <c:v/>
                </c:pt>
                <c:pt idx="648">
                  <c:v/>
                </c:pt>
                <c:pt idx="649">
                  <c:v/>
                </c:pt>
                <c:pt idx="650">
                  <c:v/>
                </c:pt>
                <c:pt idx="651">
                  <c:v/>
                </c:pt>
                <c:pt idx="652">
                  <c:v/>
                </c:pt>
                <c:pt idx="653">
                  <c:v/>
                </c:pt>
                <c:pt idx="654">
                  <c:v/>
                </c:pt>
                <c:pt idx="655">
                  <c:v/>
                </c:pt>
                <c:pt idx="656">
                  <c:v/>
                </c:pt>
                <c:pt idx="657">
                  <c:v/>
                </c:pt>
                <c:pt idx="658">
                  <c:v/>
                </c:pt>
                <c:pt idx="659">
                  <c:v/>
                </c:pt>
                <c:pt idx="660">
                  <c:v/>
                </c:pt>
                <c:pt idx="661">
                  <c:v/>
                </c:pt>
                <c:pt idx="662">
                  <c:v/>
                </c:pt>
                <c:pt idx="663">
                  <c:v/>
                </c:pt>
                <c:pt idx="664">
                  <c:v/>
                </c:pt>
                <c:pt idx="665">
                  <c:v/>
                </c:pt>
                <c:pt idx="666">
                  <c:v/>
                </c:pt>
                <c:pt idx="667">
                  <c:v/>
                </c:pt>
                <c:pt idx="668">
                  <c:v/>
                </c:pt>
                <c:pt idx="669">
                  <c:v/>
                </c:pt>
                <c:pt idx="670">
                  <c:v/>
                </c:pt>
                <c:pt idx="671">
                  <c:v/>
                </c:pt>
                <c:pt idx="672">
                  <c:v/>
                </c:pt>
                <c:pt idx="673">
                  <c:v/>
                </c:pt>
                <c:pt idx="674">
                  <c:v/>
                </c:pt>
                <c:pt idx="675">
                  <c:v/>
                </c:pt>
                <c:pt idx="676">
                  <c:v/>
                </c:pt>
                <c:pt idx="677">
                  <c:v/>
                </c:pt>
                <c:pt idx="678">
                  <c:v/>
                </c:pt>
                <c:pt idx="679">
                  <c:v/>
                </c:pt>
                <c:pt idx="680">
                  <c:v/>
                </c:pt>
                <c:pt idx="681">
                  <c:v/>
                </c:pt>
                <c:pt idx="682">
                  <c:v/>
                </c:pt>
                <c:pt idx="683">
                  <c:v/>
                </c:pt>
                <c:pt idx="684">
                  <c:v/>
                </c:pt>
                <c:pt idx="685">
                  <c:v/>
                </c:pt>
                <c:pt idx="686">
                  <c:v/>
                </c:pt>
                <c:pt idx="687">
                  <c:v/>
                </c:pt>
                <c:pt idx="688">
                  <c:v/>
                </c:pt>
                <c:pt idx="689">
                  <c:v/>
                </c:pt>
                <c:pt idx="690">
                  <c:v/>
                </c:pt>
                <c:pt idx="691">
                  <c:v/>
                </c:pt>
                <c:pt idx="692">
                  <c:v/>
                </c:pt>
                <c:pt idx="693">
                  <c:v/>
                </c:pt>
                <c:pt idx="694">
                  <c:v/>
                </c:pt>
                <c:pt idx="695">
                  <c:v/>
                </c:pt>
                <c:pt idx="696">
                  <c:v/>
                </c:pt>
                <c:pt idx="697">
                  <c:v/>
                </c:pt>
                <c:pt idx="698">
                  <c:v/>
                </c:pt>
                <c:pt idx="699">
                  <c:v/>
                </c:pt>
                <c:pt idx="700">
                  <c:v/>
                </c:pt>
                <c:pt idx="701">
                  <c:v/>
                </c:pt>
                <c:pt idx="702">
                  <c:v/>
                </c:pt>
                <c:pt idx="703">
                  <c:v/>
                </c:pt>
                <c:pt idx="704">
                  <c:v/>
                </c:pt>
                <c:pt idx="705">
                  <c:v/>
                </c:pt>
                <c:pt idx="706">
                  <c:v/>
                </c:pt>
                <c:pt idx="707">
                  <c:v/>
                </c:pt>
                <c:pt idx="708">
                  <c:v/>
                </c:pt>
                <c:pt idx="709">
                  <c:v/>
                </c:pt>
                <c:pt idx="710">
                  <c:v/>
                </c:pt>
                <c:pt idx="711">
                  <c:v/>
                </c:pt>
                <c:pt idx="712">
                  <c:v/>
                </c:pt>
                <c:pt idx="713">
                  <c:v/>
                </c:pt>
                <c:pt idx="714">
                  <c:v/>
                </c:pt>
                <c:pt idx="715">
                  <c:v/>
                </c:pt>
                <c:pt idx="716">
                  <c:v/>
                </c:pt>
                <c:pt idx="717">
                  <c:v/>
                </c:pt>
                <c:pt idx="718">
                  <c:v/>
                </c:pt>
                <c:pt idx="719">
                  <c:v/>
                </c:pt>
                <c:pt idx="720">
                  <c:v/>
                </c:pt>
                <c:pt idx="721">
                  <c:v/>
                </c:pt>
                <c:pt idx="722">
                  <c:v/>
                </c:pt>
                <c:pt idx="723">
                  <c:v/>
                </c:pt>
                <c:pt idx="724">
                  <c:v/>
                </c:pt>
                <c:pt idx="725">
                  <c:v/>
                </c:pt>
                <c:pt idx="726">
                  <c:v/>
                </c:pt>
                <c:pt idx="727">
                  <c:v/>
                </c:pt>
                <c:pt idx="728">
                  <c:v/>
                </c:pt>
                <c:pt idx="729">
                  <c:v/>
                </c:pt>
                <c:pt idx="730">
                  <c:v/>
                </c:pt>
                <c:pt idx="731">
                  <c:v/>
                </c:pt>
                <c:pt idx="732">
                  <c:v/>
                </c:pt>
                <c:pt idx="733">
                  <c:v/>
                </c:pt>
                <c:pt idx="734">
                  <c:v/>
                </c:pt>
                <c:pt idx="735">
                  <c:v/>
                </c:pt>
                <c:pt idx="736">
                  <c:v/>
                </c:pt>
                <c:pt idx="737">
                  <c:v/>
                </c:pt>
                <c:pt idx="738">
                  <c:v/>
                </c:pt>
                <c:pt idx="739">
                  <c:v/>
                </c:pt>
                <c:pt idx="740">
                  <c:v/>
                </c:pt>
                <c:pt idx="741">
                  <c:v/>
                </c:pt>
                <c:pt idx="742">
                  <c:v/>
                </c:pt>
                <c:pt idx="743">
                  <c:v/>
                </c:pt>
                <c:pt idx="744">
                  <c:v/>
                </c:pt>
                <c:pt idx="745">
                  <c:v/>
                </c:pt>
                <c:pt idx="746">
                  <c:v/>
                </c:pt>
                <c:pt idx="747">
                  <c:v/>
                </c:pt>
                <c:pt idx="748">
                  <c:v/>
                </c:pt>
                <c:pt idx="749">
                  <c:v/>
                </c:pt>
                <c:pt idx="750">
                  <c:v/>
                </c:pt>
                <c:pt idx="751">
                  <c:v/>
                </c:pt>
                <c:pt idx="752">
                  <c:v/>
                </c:pt>
                <c:pt idx="753">
                  <c:v/>
                </c:pt>
                <c:pt idx="754">
                  <c:v/>
                </c:pt>
                <c:pt idx="755">
                  <c:v/>
                </c:pt>
                <c:pt idx="756">
                  <c:v/>
                </c:pt>
                <c:pt idx="757">
                  <c:v/>
                </c:pt>
                <c:pt idx="758">
                  <c:v/>
                </c:pt>
                <c:pt idx="759">
                  <c:v/>
                </c:pt>
                <c:pt idx="760">
                  <c:v/>
                </c:pt>
                <c:pt idx="76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Teste (2020 a out/2026)</c:v>
                </c:pt>
              </c:strCache>
            </c:strRef>
          </c:tx>
          <c:spPr>
            <a:solidFill>
              <a:srgbClr val="7B2FBE"/>
            </a:solidFill>
            <a:ln w="28575" cap="flat">
              <a:solidFill>
                <a:srgbClr val="7B2FB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B2FBE"/>
              </a:solidFill>
              <a:ln w="9525" cap="flat">
                <a:solidFill>
                  <a:srgbClr val="7B2F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Sheet1!$A$2:$A$763</c:f>
              <c:multiLvlStrCache>
                <c:ptCount val="762"/>
                <c:lvl>
                  <c:pt idx="0">
                    <c:v>jul/11</c:v>
                  </c:pt>
                  <c:pt idx="1">
                    <c:v>jul/11</c:v>
                  </c:pt>
                  <c:pt idx="2">
                    <c:v>jul/11</c:v>
                  </c:pt>
                  <c:pt idx="3">
                    <c:v>jul/11</c:v>
                  </c:pt>
                  <c:pt idx="4">
                    <c:v>jul/11</c:v>
                  </c:pt>
                  <c:pt idx="5">
                    <c:v>ago/11</c:v>
                  </c:pt>
                  <c:pt idx="6">
                    <c:v>ago/11</c:v>
                  </c:pt>
                  <c:pt idx="7">
                    <c:v>ago/11</c:v>
                  </c:pt>
                  <c:pt idx="8">
                    <c:v>ago/11</c:v>
                  </c:pt>
                  <c:pt idx="9">
                    <c:v>set/11</c:v>
                  </c:pt>
                  <c:pt idx="10">
                    <c:v>set/11</c:v>
                  </c:pt>
                  <c:pt idx="11">
                    <c:v>set/11</c:v>
                  </c:pt>
                  <c:pt idx="12">
                    <c:v>set/11</c:v>
                  </c:pt>
                  <c:pt idx="13">
                    <c:v>out/11</c:v>
                  </c:pt>
                  <c:pt idx="14">
                    <c:v>out/11</c:v>
                  </c:pt>
                  <c:pt idx="15">
                    <c:v>out/11</c:v>
                  </c:pt>
                  <c:pt idx="16">
                    <c:v>out/11</c:v>
                  </c:pt>
                  <c:pt idx="17">
                    <c:v>nov/11</c:v>
                  </c:pt>
                  <c:pt idx="18">
                    <c:v>nov/11</c:v>
                  </c:pt>
                  <c:pt idx="19">
                    <c:v>nov/11</c:v>
                  </c:pt>
                  <c:pt idx="20">
                    <c:v>nov/11</c:v>
                  </c:pt>
                  <c:pt idx="21">
                    <c:v>dez/11</c:v>
                  </c:pt>
                  <c:pt idx="22">
                    <c:v>dez/11</c:v>
                  </c:pt>
                  <c:pt idx="23">
                    <c:v>dez/11</c:v>
                  </c:pt>
                  <c:pt idx="24">
                    <c:v>dez/11</c:v>
                  </c:pt>
                  <c:pt idx="25">
                    <c:v>dez/11</c:v>
                  </c:pt>
                  <c:pt idx="26">
                    <c:v>jan/12</c:v>
                  </c:pt>
                  <c:pt idx="27">
                    <c:v>jan/12</c:v>
                  </c:pt>
                  <c:pt idx="28">
                    <c:v>jan/12</c:v>
                  </c:pt>
                  <c:pt idx="29">
                    <c:v>jan/12</c:v>
                  </c:pt>
                  <c:pt idx="30">
                    <c:v>fev/12</c:v>
                  </c:pt>
                  <c:pt idx="31">
                    <c:v>fev/12</c:v>
                  </c:pt>
                  <c:pt idx="32">
                    <c:v>fev/12</c:v>
                  </c:pt>
                  <c:pt idx="33">
                    <c:v>mar/12</c:v>
                  </c:pt>
                  <c:pt idx="34">
                    <c:v>mar/12</c:v>
                  </c:pt>
                  <c:pt idx="35">
                    <c:v>mar/12</c:v>
                  </c:pt>
                  <c:pt idx="36">
                    <c:v>mar/12</c:v>
                  </c:pt>
                  <c:pt idx="37">
                    <c:v>mar/12</c:v>
                  </c:pt>
                  <c:pt idx="38">
                    <c:v>abr/12</c:v>
                  </c:pt>
                  <c:pt idx="39">
                    <c:v>abr/12</c:v>
                  </c:pt>
                  <c:pt idx="40">
                    <c:v>abr/12</c:v>
                  </c:pt>
                  <c:pt idx="41">
                    <c:v>abr/12</c:v>
                  </c:pt>
                  <c:pt idx="42">
                    <c:v>mai/12</c:v>
                  </c:pt>
                  <c:pt idx="43">
                    <c:v>mai/12</c:v>
                  </c:pt>
                  <c:pt idx="44">
                    <c:v>mai/12</c:v>
                  </c:pt>
                  <c:pt idx="45">
                    <c:v>mai/12</c:v>
                  </c:pt>
                  <c:pt idx="46">
                    <c:v>jun/12</c:v>
                  </c:pt>
                  <c:pt idx="47">
                    <c:v>jun/12</c:v>
                  </c:pt>
                  <c:pt idx="48">
                    <c:v>jun/12</c:v>
                  </c:pt>
                  <c:pt idx="49">
                    <c:v>jun/12</c:v>
                  </c:pt>
                  <c:pt idx="50">
                    <c:v>jul/12</c:v>
                  </c:pt>
                  <c:pt idx="51">
                    <c:v>jul/12</c:v>
                  </c:pt>
                  <c:pt idx="52">
                    <c:v>jul/12</c:v>
                  </c:pt>
                  <c:pt idx="53">
                    <c:v>jul/12</c:v>
                  </c:pt>
                  <c:pt idx="54">
                    <c:v>ago/12</c:v>
                  </c:pt>
                  <c:pt idx="55">
                    <c:v>ago/12</c:v>
                  </c:pt>
                  <c:pt idx="56">
                    <c:v>ago/12</c:v>
                  </c:pt>
                  <c:pt idx="57">
                    <c:v>ago/12</c:v>
                  </c:pt>
                  <c:pt idx="58">
                    <c:v>ago/12</c:v>
                  </c:pt>
                  <c:pt idx="59">
                    <c:v>set/12</c:v>
                  </c:pt>
                  <c:pt idx="60">
                    <c:v>set/12</c:v>
                  </c:pt>
                  <c:pt idx="61">
                    <c:v>set/12</c:v>
                  </c:pt>
                  <c:pt idx="62">
                    <c:v>set/12</c:v>
                  </c:pt>
                  <c:pt idx="63">
                    <c:v>out/12</c:v>
                  </c:pt>
                  <c:pt idx="64">
                    <c:v>out/12</c:v>
                  </c:pt>
                  <c:pt idx="65">
                    <c:v>out/12</c:v>
                  </c:pt>
                  <c:pt idx="66">
                    <c:v>out/12</c:v>
                  </c:pt>
                  <c:pt idx="67">
                    <c:v>nov/12</c:v>
                  </c:pt>
                  <c:pt idx="68">
                    <c:v>nov/12</c:v>
                  </c:pt>
                  <c:pt idx="69">
                    <c:v>nov/12</c:v>
                  </c:pt>
                  <c:pt idx="70">
                    <c:v>nov/12</c:v>
                  </c:pt>
                  <c:pt idx="71">
                    <c:v>dez/12</c:v>
                  </c:pt>
                  <c:pt idx="72">
                    <c:v>dez/12</c:v>
                  </c:pt>
                  <c:pt idx="73">
                    <c:v>dez/12</c:v>
                  </c:pt>
                  <c:pt idx="74">
                    <c:v>dez/12</c:v>
                  </c:pt>
                  <c:pt idx="75">
                    <c:v>jan/13</c:v>
                  </c:pt>
                  <c:pt idx="76">
                    <c:v>jan/13</c:v>
                  </c:pt>
                  <c:pt idx="77">
                    <c:v>jan/13</c:v>
                  </c:pt>
                  <c:pt idx="78">
                    <c:v>jan/13</c:v>
                  </c:pt>
                  <c:pt idx="79">
                    <c:v>fev/13</c:v>
                  </c:pt>
                  <c:pt idx="80">
                    <c:v>fev/13</c:v>
                  </c:pt>
                  <c:pt idx="81">
                    <c:v>fev/13</c:v>
                  </c:pt>
                  <c:pt idx="82">
                    <c:v>mar/13</c:v>
                  </c:pt>
                  <c:pt idx="83">
                    <c:v>mar/13</c:v>
                  </c:pt>
                  <c:pt idx="84">
                    <c:v>mar/13</c:v>
                  </c:pt>
                  <c:pt idx="85">
                    <c:v>mar/13</c:v>
                  </c:pt>
                  <c:pt idx="86">
                    <c:v>abr/13</c:v>
                  </c:pt>
                  <c:pt idx="87">
                    <c:v>abr/13</c:v>
                  </c:pt>
                  <c:pt idx="88">
                    <c:v>abr/13</c:v>
                  </c:pt>
                  <c:pt idx="89">
                    <c:v>abr/13</c:v>
                  </c:pt>
                  <c:pt idx="90">
                    <c:v>abr/13</c:v>
                  </c:pt>
                  <c:pt idx="91">
                    <c:v>mai/13</c:v>
                  </c:pt>
                  <c:pt idx="92">
                    <c:v>mai/13</c:v>
                  </c:pt>
                  <c:pt idx="93">
                    <c:v>mai/13</c:v>
                  </c:pt>
                  <c:pt idx="94">
                    <c:v>mai/13</c:v>
                  </c:pt>
                  <c:pt idx="95">
                    <c:v>jun/13</c:v>
                  </c:pt>
                  <c:pt idx="96">
                    <c:v>jun/13</c:v>
                  </c:pt>
                  <c:pt idx="97">
                    <c:v>jun/13</c:v>
                  </c:pt>
                  <c:pt idx="98">
                    <c:v>jun/13</c:v>
                  </c:pt>
                  <c:pt idx="99">
                    <c:v>jul/13</c:v>
                  </c:pt>
                  <c:pt idx="100">
                    <c:v>jul/13</c:v>
                  </c:pt>
                  <c:pt idx="101">
                    <c:v>jul/13</c:v>
                  </c:pt>
                  <c:pt idx="102">
                    <c:v>jul/13</c:v>
                  </c:pt>
                  <c:pt idx="103">
                    <c:v>ago/13</c:v>
                  </c:pt>
                  <c:pt idx="104">
                    <c:v>ago/13</c:v>
                  </c:pt>
                  <c:pt idx="105">
                    <c:v>ago/13</c:v>
                  </c:pt>
                  <c:pt idx="106">
                    <c:v>ago/13</c:v>
                  </c:pt>
                  <c:pt idx="107">
                    <c:v>ago/13</c:v>
                  </c:pt>
                  <c:pt idx="108">
                    <c:v>set/13</c:v>
                  </c:pt>
                  <c:pt idx="109">
                    <c:v>set/13</c:v>
                  </c:pt>
                  <c:pt idx="110">
                    <c:v>set/13</c:v>
                  </c:pt>
                  <c:pt idx="111">
                    <c:v>set/13</c:v>
                  </c:pt>
                  <c:pt idx="112">
                    <c:v>out/13</c:v>
                  </c:pt>
                  <c:pt idx="113">
                    <c:v>out/13</c:v>
                  </c:pt>
                  <c:pt idx="114">
                    <c:v>out/13</c:v>
                  </c:pt>
                  <c:pt idx="115">
                    <c:v>out/13</c:v>
                  </c:pt>
                  <c:pt idx="116">
                    <c:v>out/13</c:v>
                  </c:pt>
                  <c:pt idx="117">
                    <c:v>nov/13</c:v>
                  </c:pt>
                  <c:pt idx="118">
                    <c:v>nov/13</c:v>
                  </c:pt>
                  <c:pt idx="119">
                    <c:v>nov/13</c:v>
                  </c:pt>
                  <c:pt idx="120">
                    <c:v>dez/13</c:v>
                  </c:pt>
                  <c:pt idx="121">
                    <c:v>dez/13</c:v>
                  </c:pt>
                  <c:pt idx="122">
                    <c:v>dez/13</c:v>
                  </c:pt>
                  <c:pt idx="123">
                    <c:v>dez/13</c:v>
                  </c:pt>
                  <c:pt idx="124">
                    <c:v>jan/14</c:v>
                  </c:pt>
                  <c:pt idx="125">
                    <c:v>jan/14</c:v>
                  </c:pt>
                  <c:pt idx="126">
                    <c:v>jan/14</c:v>
                  </c:pt>
                  <c:pt idx="127">
                    <c:v>jan/14</c:v>
                  </c:pt>
                  <c:pt idx="128">
                    <c:v>jan/14</c:v>
                  </c:pt>
                  <c:pt idx="129">
                    <c:v>fev/14</c:v>
                  </c:pt>
                  <c:pt idx="130">
                    <c:v>fev/14</c:v>
                  </c:pt>
                  <c:pt idx="131">
                    <c:v>fev/14</c:v>
                  </c:pt>
                  <c:pt idx="132">
                    <c:v>fev/14</c:v>
                  </c:pt>
                  <c:pt idx="133">
                    <c:v>mar/14</c:v>
                  </c:pt>
                  <c:pt idx="134">
                    <c:v>mar/14</c:v>
                  </c:pt>
                  <c:pt idx="135">
                    <c:v>mar/14</c:v>
                  </c:pt>
                  <c:pt idx="136">
                    <c:v>abr/14</c:v>
                  </c:pt>
                  <c:pt idx="137">
                    <c:v>abr/14</c:v>
                  </c:pt>
                  <c:pt idx="138">
                    <c:v>abr/14</c:v>
                  </c:pt>
                  <c:pt idx="139">
                    <c:v>abr/14</c:v>
                  </c:pt>
                  <c:pt idx="140">
                    <c:v>mai/14</c:v>
                  </c:pt>
                  <c:pt idx="141">
                    <c:v>mai/14</c:v>
                  </c:pt>
                  <c:pt idx="142">
                    <c:v>mai/14</c:v>
                  </c:pt>
                  <c:pt idx="143">
                    <c:v>mai/14</c:v>
                  </c:pt>
                  <c:pt idx="144">
                    <c:v>mai/14</c:v>
                  </c:pt>
                  <c:pt idx="145">
                    <c:v>jun/14</c:v>
                  </c:pt>
                  <c:pt idx="146">
                    <c:v>jun/14</c:v>
                  </c:pt>
                  <c:pt idx="147">
                    <c:v>jun/14</c:v>
                  </c:pt>
                  <c:pt idx="148">
                    <c:v>jul/14</c:v>
                  </c:pt>
                  <c:pt idx="149">
                    <c:v>jul/14</c:v>
                  </c:pt>
                  <c:pt idx="150">
                    <c:v>jul/14</c:v>
                  </c:pt>
                  <c:pt idx="151">
                    <c:v>jul/14</c:v>
                  </c:pt>
                  <c:pt idx="152">
                    <c:v>jul/14</c:v>
                  </c:pt>
                  <c:pt idx="153">
                    <c:v>ago/14</c:v>
                  </c:pt>
                  <c:pt idx="154">
                    <c:v>ago/14</c:v>
                  </c:pt>
                  <c:pt idx="155">
                    <c:v>ago/14</c:v>
                  </c:pt>
                  <c:pt idx="156">
                    <c:v>ago/14</c:v>
                  </c:pt>
                  <c:pt idx="157">
                    <c:v>set/14</c:v>
                  </c:pt>
                  <c:pt idx="158">
                    <c:v>set/14</c:v>
                  </c:pt>
                  <c:pt idx="159">
                    <c:v>set/14</c:v>
                  </c:pt>
                  <c:pt idx="160">
                    <c:v>set/14</c:v>
                  </c:pt>
                  <c:pt idx="161">
                    <c:v>out/14</c:v>
                  </c:pt>
                  <c:pt idx="162">
                    <c:v>out/14</c:v>
                  </c:pt>
                  <c:pt idx="163">
                    <c:v>out/14</c:v>
                  </c:pt>
                  <c:pt idx="164">
                    <c:v>out/14</c:v>
                  </c:pt>
                  <c:pt idx="165">
                    <c:v>out/14</c:v>
                  </c:pt>
                  <c:pt idx="166">
                    <c:v>nov/14</c:v>
                  </c:pt>
                  <c:pt idx="167">
                    <c:v>nov/14</c:v>
                  </c:pt>
                  <c:pt idx="168">
                    <c:v>nov/14</c:v>
                  </c:pt>
                  <c:pt idx="169">
                    <c:v>nov/14</c:v>
                  </c:pt>
                  <c:pt idx="170">
                    <c:v>dez/14</c:v>
                  </c:pt>
                  <c:pt idx="171">
                    <c:v>dez/14</c:v>
                  </c:pt>
                  <c:pt idx="172">
                    <c:v>dez/14</c:v>
                  </c:pt>
                  <c:pt idx="173">
                    <c:v>dez/14</c:v>
                  </c:pt>
                  <c:pt idx="174">
                    <c:v>jan/15</c:v>
                  </c:pt>
                  <c:pt idx="175">
                    <c:v>jan/15</c:v>
                  </c:pt>
                  <c:pt idx="176">
                    <c:v>jan/15</c:v>
                  </c:pt>
                  <c:pt idx="177">
                    <c:v>jan/15</c:v>
                  </c:pt>
                  <c:pt idx="178">
                    <c:v>fev/15</c:v>
                  </c:pt>
                  <c:pt idx="179">
                    <c:v>fev/15</c:v>
                  </c:pt>
                  <c:pt idx="180">
                    <c:v>fev/15</c:v>
                  </c:pt>
                  <c:pt idx="181">
                    <c:v>fev/15</c:v>
                  </c:pt>
                  <c:pt idx="182">
                    <c:v>mar/15</c:v>
                  </c:pt>
                  <c:pt idx="183">
                    <c:v>mar/15</c:v>
                  </c:pt>
                  <c:pt idx="184">
                    <c:v>mar/15</c:v>
                  </c:pt>
                  <c:pt idx="185">
                    <c:v>mar/15</c:v>
                  </c:pt>
                  <c:pt idx="186">
                    <c:v>abr/15</c:v>
                  </c:pt>
                  <c:pt idx="187">
                    <c:v>abr/15</c:v>
                  </c:pt>
                  <c:pt idx="188">
                    <c:v>abr/15</c:v>
                  </c:pt>
                  <c:pt idx="189">
                    <c:v>abr/15</c:v>
                  </c:pt>
                  <c:pt idx="190">
                    <c:v>mai/15</c:v>
                  </c:pt>
                  <c:pt idx="191">
                    <c:v>mai/15</c:v>
                  </c:pt>
                  <c:pt idx="192">
                    <c:v>mai/15</c:v>
                  </c:pt>
                  <c:pt idx="193">
                    <c:v>mai/15</c:v>
                  </c:pt>
                  <c:pt idx="194">
                    <c:v>jun/15</c:v>
                  </c:pt>
                  <c:pt idx="195">
                    <c:v>jun/15</c:v>
                  </c:pt>
                  <c:pt idx="196">
                    <c:v>jun/15</c:v>
                  </c:pt>
                  <c:pt idx="197">
                    <c:v>jun/15</c:v>
                  </c:pt>
                  <c:pt idx="198">
                    <c:v>jul/15</c:v>
                  </c:pt>
                  <c:pt idx="199">
                    <c:v>jul/15</c:v>
                  </c:pt>
                  <c:pt idx="200">
                    <c:v>jul/15</c:v>
                  </c:pt>
                  <c:pt idx="201">
                    <c:v>jul/15</c:v>
                  </c:pt>
                  <c:pt idx="202">
                    <c:v>jul/15</c:v>
                  </c:pt>
                  <c:pt idx="203">
                    <c:v>ago/15</c:v>
                  </c:pt>
                  <c:pt idx="204">
                    <c:v>ago/15</c:v>
                  </c:pt>
                  <c:pt idx="205">
                    <c:v>ago/15</c:v>
                  </c:pt>
                  <c:pt idx="206">
                    <c:v>ago/15</c:v>
                  </c:pt>
                  <c:pt idx="207">
                    <c:v>set/15</c:v>
                  </c:pt>
                  <c:pt idx="208">
                    <c:v>set/15</c:v>
                  </c:pt>
                  <c:pt idx="209">
                    <c:v>set/15</c:v>
                  </c:pt>
                  <c:pt idx="210">
                    <c:v>set/15</c:v>
                  </c:pt>
                  <c:pt idx="211">
                    <c:v>out/15</c:v>
                  </c:pt>
                  <c:pt idx="212">
                    <c:v>out/15</c:v>
                  </c:pt>
                  <c:pt idx="213">
                    <c:v>out/15</c:v>
                  </c:pt>
                  <c:pt idx="214">
                    <c:v>out/15</c:v>
                  </c:pt>
                  <c:pt idx="215">
                    <c:v>nov/15</c:v>
                  </c:pt>
                  <c:pt idx="216">
                    <c:v>nov/15</c:v>
                  </c:pt>
                  <c:pt idx="217">
                    <c:v>nov/15</c:v>
                  </c:pt>
                  <c:pt idx="218">
                    <c:v>nov/15</c:v>
                  </c:pt>
                  <c:pt idx="219">
                    <c:v>dez/15</c:v>
                  </c:pt>
                  <c:pt idx="220">
                    <c:v>dez/15</c:v>
                  </c:pt>
                  <c:pt idx="221">
                    <c:v>dez/15</c:v>
                  </c:pt>
                  <c:pt idx="222">
                    <c:v>dez/15</c:v>
                  </c:pt>
                  <c:pt idx="223">
                    <c:v>jan/16</c:v>
                  </c:pt>
                  <c:pt idx="224">
                    <c:v>jan/16</c:v>
                  </c:pt>
                  <c:pt idx="225">
                    <c:v>jan/16</c:v>
                  </c:pt>
                  <c:pt idx="226">
                    <c:v>jan/16</c:v>
                  </c:pt>
                  <c:pt idx="227">
                    <c:v>fev/16</c:v>
                  </c:pt>
                  <c:pt idx="228">
                    <c:v>fev/16</c:v>
                  </c:pt>
                  <c:pt idx="229">
                    <c:v>fev/16</c:v>
                  </c:pt>
                  <c:pt idx="230">
                    <c:v>fev/16</c:v>
                  </c:pt>
                  <c:pt idx="231">
                    <c:v>mar/16</c:v>
                  </c:pt>
                  <c:pt idx="232">
                    <c:v>mar/16</c:v>
                  </c:pt>
                  <c:pt idx="233">
                    <c:v>mar/16</c:v>
                  </c:pt>
                  <c:pt idx="234">
                    <c:v>mar/16</c:v>
                  </c:pt>
                  <c:pt idx="235">
                    <c:v>abr/16</c:v>
                  </c:pt>
                  <c:pt idx="236">
                    <c:v>abr/16</c:v>
                  </c:pt>
                  <c:pt idx="237">
                    <c:v>abr/16</c:v>
                  </c:pt>
                  <c:pt idx="238">
                    <c:v>abr/16</c:v>
                  </c:pt>
                  <c:pt idx="239">
                    <c:v>mai/16</c:v>
                  </c:pt>
                  <c:pt idx="240">
                    <c:v>mai/16</c:v>
                  </c:pt>
                  <c:pt idx="241">
                    <c:v>mai/16</c:v>
                  </c:pt>
                  <c:pt idx="242">
                    <c:v>mai/16</c:v>
                  </c:pt>
                  <c:pt idx="243">
                    <c:v>jun/16</c:v>
                  </c:pt>
                  <c:pt idx="244">
                    <c:v>jun/16</c:v>
                  </c:pt>
                  <c:pt idx="245">
                    <c:v>jun/16</c:v>
                  </c:pt>
                  <c:pt idx="246">
                    <c:v>jun/16</c:v>
                  </c:pt>
                  <c:pt idx="247">
                    <c:v>jun/16</c:v>
                  </c:pt>
                  <c:pt idx="248">
                    <c:v>jul/16</c:v>
                  </c:pt>
                  <c:pt idx="249">
                    <c:v>jul/16</c:v>
                  </c:pt>
                  <c:pt idx="250">
                    <c:v>jul/16</c:v>
                  </c:pt>
                  <c:pt idx="251">
                    <c:v>jul/16</c:v>
                  </c:pt>
                  <c:pt idx="252">
                    <c:v>ago/16</c:v>
                  </c:pt>
                  <c:pt idx="253">
                    <c:v>ago/16</c:v>
                  </c:pt>
                  <c:pt idx="254">
                    <c:v>ago/16</c:v>
                  </c:pt>
                  <c:pt idx="255">
                    <c:v>ago/16</c:v>
                  </c:pt>
                  <c:pt idx="256">
                    <c:v>set/16</c:v>
                  </c:pt>
                  <c:pt idx="257">
                    <c:v>set/16</c:v>
                  </c:pt>
                  <c:pt idx="258">
                    <c:v>set/16</c:v>
                  </c:pt>
                  <c:pt idx="259">
                    <c:v>set/16</c:v>
                  </c:pt>
                  <c:pt idx="260">
                    <c:v>set/16</c:v>
                  </c:pt>
                  <c:pt idx="261">
                    <c:v>out/16</c:v>
                  </c:pt>
                  <c:pt idx="262">
                    <c:v>out/16</c:v>
                  </c:pt>
                  <c:pt idx="263">
                    <c:v>out/16</c:v>
                  </c:pt>
                  <c:pt idx="264">
                    <c:v>out/16</c:v>
                  </c:pt>
                  <c:pt idx="265">
                    <c:v>nov/16</c:v>
                  </c:pt>
                  <c:pt idx="266">
                    <c:v>nov/16</c:v>
                  </c:pt>
                  <c:pt idx="267">
                    <c:v>nov/16</c:v>
                  </c:pt>
                  <c:pt idx="268">
                    <c:v>nov/16</c:v>
                  </c:pt>
                  <c:pt idx="269">
                    <c:v>dez/16</c:v>
                  </c:pt>
                  <c:pt idx="270">
                    <c:v>dez/16</c:v>
                  </c:pt>
                  <c:pt idx="271">
                    <c:v>dez/16</c:v>
                  </c:pt>
                  <c:pt idx="272">
                    <c:v>dez/16</c:v>
                  </c:pt>
                  <c:pt idx="273">
                    <c:v>jan/17</c:v>
                  </c:pt>
                  <c:pt idx="274">
                    <c:v>jan/17</c:v>
                  </c:pt>
                  <c:pt idx="275">
                    <c:v>jan/17</c:v>
                  </c:pt>
                  <c:pt idx="276">
                    <c:v>jan/17</c:v>
                  </c:pt>
                  <c:pt idx="277">
                    <c:v>fev/17</c:v>
                  </c:pt>
                  <c:pt idx="278">
                    <c:v>fev/17</c:v>
                  </c:pt>
                  <c:pt idx="279">
                    <c:v>fev/17</c:v>
                  </c:pt>
                  <c:pt idx="280">
                    <c:v>fev/17</c:v>
                  </c:pt>
                  <c:pt idx="281">
                    <c:v>mar/17</c:v>
                  </c:pt>
                  <c:pt idx="282">
                    <c:v>mar/17</c:v>
                  </c:pt>
                  <c:pt idx="283">
                    <c:v>mar/17</c:v>
                  </c:pt>
                  <c:pt idx="284">
                    <c:v>mar/17</c:v>
                  </c:pt>
                  <c:pt idx="285">
                    <c:v>abr/17</c:v>
                  </c:pt>
                  <c:pt idx="286">
                    <c:v>abr/17</c:v>
                  </c:pt>
                  <c:pt idx="287">
                    <c:v>abr/17</c:v>
                  </c:pt>
                  <c:pt idx="288">
                    <c:v>abr/17</c:v>
                  </c:pt>
                  <c:pt idx="289">
                    <c:v>mai/17</c:v>
                  </c:pt>
                  <c:pt idx="290">
                    <c:v>mai/17</c:v>
                  </c:pt>
                  <c:pt idx="291">
                    <c:v>mai/17</c:v>
                  </c:pt>
                  <c:pt idx="292">
                    <c:v>mai/17</c:v>
                  </c:pt>
                  <c:pt idx="293">
                    <c:v>jun/17</c:v>
                  </c:pt>
                  <c:pt idx="294">
                    <c:v>jun/17</c:v>
                  </c:pt>
                  <c:pt idx="295">
                    <c:v>jun/17</c:v>
                  </c:pt>
                  <c:pt idx="296">
                    <c:v>jun/17</c:v>
                  </c:pt>
                  <c:pt idx="297">
                    <c:v>jun/17</c:v>
                  </c:pt>
                  <c:pt idx="298">
                    <c:v>jul/17</c:v>
                  </c:pt>
                  <c:pt idx="299">
                    <c:v>jul/17</c:v>
                  </c:pt>
                  <c:pt idx="300">
                    <c:v>jul/17</c:v>
                  </c:pt>
                  <c:pt idx="301">
                    <c:v>jul/17</c:v>
                  </c:pt>
                  <c:pt idx="302">
                    <c:v>ago/17</c:v>
                  </c:pt>
                  <c:pt idx="303">
                    <c:v>ago/17</c:v>
                  </c:pt>
                  <c:pt idx="304">
                    <c:v>ago/17</c:v>
                  </c:pt>
                  <c:pt idx="305">
                    <c:v>ago/17</c:v>
                  </c:pt>
                  <c:pt idx="306">
                    <c:v>set/17</c:v>
                  </c:pt>
                  <c:pt idx="307">
                    <c:v>set/17</c:v>
                  </c:pt>
                  <c:pt idx="308">
                    <c:v>set/17</c:v>
                  </c:pt>
                  <c:pt idx="309">
                    <c:v>set/17</c:v>
                  </c:pt>
                  <c:pt idx="310">
                    <c:v>set/17</c:v>
                  </c:pt>
                  <c:pt idx="311">
                    <c:v>out/17</c:v>
                  </c:pt>
                  <c:pt idx="312">
                    <c:v>out/17</c:v>
                  </c:pt>
                  <c:pt idx="313">
                    <c:v>out/17</c:v>
                  </c:pt>
                  <c:pt idx="314">
                    <c:v>out/17</c:v>
                  </c:pt>
                  <c:pt idx="315">
                    <c:v>nov/17</c:v>
                  </c:pt>
                  <c:pt idx="316">
                    <c:v>nov/17</c:v>
                  </c:pt>
                  <c:pt idx="317">
                    <c:v>nov/17</c:v>
                  </c:pt>
                  <c:pt idx="318">
                    <c:v>nov/17</c:v>
                  </c:pt>
                  <c:pt idx="319">
                    <c:v>dez/17</c:v>
                  </c:pt>
                  <c:pt idx="320">
                    <c:v>dez/17</c:v>
                  </c:pt>
                  <c:pt idx="321">
                    <c:v>dez/17</c:v>
                  </c:pt>
                  <c:pt idx="322">
                    <c:v>dez/17</c:v>
                  </c:pt>
                  <c:pt idx="323">
                    <c:v>dez/17</c:v>
                  </c:pt>
                  <c:pt idx="324">
                    <c:v>jan/18</c:v>
                  </c:pt>
                  <c:pt idx="325">
                    <c:v>jan/18</c:v>
                  </c:pt>
                  <c:pt idx="326">
                    <c:v>jan/18</c:v>
                  </c:pt>
                  <c:pt idx="327">
                    <c:v>jan/18</c:v>
                  </c:pt>
                  <c:pt idx="328">
                    <c:v>fev/18</c:v>
                  </c:pt>
                  <c:pt idx="329">
                    <c:v>fev/18</c:v>
                  </c:pt>
                  <c:pt idx="330">
                    <c:v>fev/18</c:v>
                  </c:pt>
                  <c:pt idx="331">
                    <c:v>fev/18</c:v>
                  </c:pt>
                  <c:pt idx="332">
                    <c:v>mar/18</c:v>
                  </c:pt>
                  <c:pt idx="333">
                    <c:v>mar/18</c:v>
                  </c:pt>
                  <c:pt idx="334">
                    <c:v>mar/18</c:v>
                  </c:pt>
                  <c:pt idx="335">
                    <c:v>mar/18</c:v>
                  </c:pt>
                  <c:pt idx="336">
                    <c:v>abr/18</c:v>
                  </c:pt>
                  <c:pt idx="337">
                    <c:v>abr/18</c:v>
                  </c:pt>
                  <c:pt idx="338">
                    <c:v>abr/18</c:v>
                  </c:pt>
                  <c:pt idx="339">
                    <c:v>abr/18</c:v>
                  </c:pt>
                  <c:pt idx="340">
                    <c:v>mai/18</c:v>
                  </c:pt>
                  <c:pt idx="341">
                    <c:v>mai/18</c:v>
                  </c:pt>
                  <c:pt idx="342">
                    <c:v>mai/18</c:v>
                  </c:pt>
                  <c:pt idx="343">
                    <c:v>mai/18</c:v>
                  </c:pt>
                  <c:pt idx="344">
                    <c:v>jun/18</c:v>
                  </c:pt>
                  <c:pt idx="345">
                    <c:v>jun/18</c:v>
                  </c:pt>
                  <c:pt idx="346">
                    <c:v>jun/18</c:v>
                  </c:pt>
                  <c:pt idx="347">
                    <c:v>jun/18</c:v>
                  </c:pt>
                  <c:pt idx="348">
                    <c:v>jul/18</c:v>
                  </c:pt>
                  <c:pt idx="349">
                    <c:v>jul/18</c:v>
                  </c:pt>
                  <c:pt idx="350">
                    <c:v>jul/18</c:v>
                  </c:pt>
                  <c:pt idx="351">
                    <c:v>jul/18</c:v>
                  </c:pt>
                  <c:pt idx="352">
                    <c:v>jul/18</c:v>
                  </c:pt>
                  <c:pt idx="353">
                    <c:v>ago/18</c:v>
                  </c:pt>
                  <c:pt idx="354">
                    <c:v>ago/18</c:v>
                  </c:pt>
                  <c:pt idx="355">
                    <c:v>ago/18</c:v>
                  </c:pt>
                  <c:pt idx="356">
                    <c:v>ago/18</c:v>
                  </c:pt>
                  <c:pt idx="357">
                    <c:v>set/18</c:v>
                  </c:pt>
                  <c:pt idx="358">
                    <c:v>set/18</c:v>
                  </c:pt>
                  <c:pt idx="359">
                    <c:v>set/18</c:v>
                  </c:pt>
                  <c:pt idx="360">
                    <c:v>set/18</c:v>
                  </c:pt>
                  <c:pt idx="361">
                    <c:v>out/18</c:v>
                  </c:pt>
                  <c:pt idx="362">
                    <c:v>out/18</c:v>
                  </c:pt>
                  <c:pt idx="363">
                    <c:v>out/18</c:v>
                  </c:pt>
                  <c:pt idx="364">
                    <c:v>out/18</c:v>
                  </c:pt>
                  <c:pt idx="365">
                    <c:v>nov/18</c:v>
                  </c:pt>
                  <c:pt idx="366">
                    <c:v>nov/18</c:v>
                  </c:pt>
                  <c:pt idx="367">
                    <c:v>nov/18</c:v>
                  </c:pt>
                  <c:pt idx="368">
                    <c:v>nov/18</c:v>
                  </c:pt>
                  <c:pt idx="369">
                    <c:v>dez/18</c:v>
                  </c:pt>
                  <c:pt idx="370">
                    <c:v>dez/18</c:v>
                  </c:pt>
                  <c:pt idx="371">
                    <c:v>dez/18</c:v>
                  </c:pt>
                  <c:pt idx="372">
                    <c:v>dez/18</c:v>
                  </c:pt>
                  <c:pt idx="373">
                    <c:v>jan/19</c:v>
                  </c:pt>
                  <c:pt idx="374">
                    <c:v>jan/19</c:v>
                  </c:pt>
                  <c:pt idx="375">
                    <c:v>jan/19</c:v>
                  </c:pt>
                  <c:pt idx="376">
                    <c:v>jan/19</c:v>
                  </c:pt>
                  <c:pt idx="377">
                    <c:v>fev/19</c:v>
                  </c:pt>
                  <c:pt idx="378">
                    <c:v>fev/19</c:v>
                  </c:pt>
                  <c:pt idx="379">
                    <c:v>fev/19</c:v>
                  </c:pt>
                  <c:pt idx="380">
                    <c:v>fev/19</c:v>
                  </c:pt>
                  <c:pt idx="381">
                    <c:v>mar/19</c:v>
                  </c:pt>
                  <c:pt idx="382">
                    <c:v>mar/19</c:v>
                  </c:pt>
                  <c:pt idx="383">
                    <c:v>mar/19</c:v>
                  </c:pt>
                  <c:pt idx="384">
                    <c:v>mar/19</c:v>
                  </c:pt>
                  <c:pt idx="385">
                    <c:v>abr/19</c:v>
                  </c:pt>
                  <c:pt idx="386">
                    <c:v>abr/19</c:v>
                  </c:pt>
                  <c:pt idx="387">
                    <c:v>abr/19</c:v>
                  </c:pt>
                  <c:pt idx="388">
                    <c:v>abr/19</c:v>
                  </c:pt>
                  <c:pt idx="389">
                    <c:v>mai/19</c:v>
                  </c:pt>
                  <c:pt idx="390">
                    <c:v>mai/19</c:v>
                  </c:pt>
                  <c:pt idx="391">
                    <c:v>mai/19</c:v>
                  </c:pt>
                  <c:pt idx="392">
                    <c:v>mai/19</c:v>
                  </c:pt>
                  <c:pt idx="393">
                    <c:v>jun/19</c:v>
                  </c:pt>
                  <c:pt idx="394">
                    <c:v>jun/19</c:v>
                  </c:pt>
                  <c:pt idx="395">
                    <c:v>jun/19</c:v>
                  </c:pt>
                  <c:pt idx="396">
                    <c:v>jun/19</c:v>
                  </c:pt>
                  <c:pt idx="397">
                    <c:v>jul/19</c:v>
                  </c:pt>
                  <c:pt idx="398">
                    <c:v>jul/19</c:v>
                  </c:pt>
                  <c:pt idx="399">
                    <c:v>jul/19</c:v>
                  </c:pt>
                  <c:pt idx="400">
                    <c:v>jul/19</c:v>
                  </c:pt>
                  <c:pt idx="401">
                    <c:v>jul/19</c:v>
                  </c:pt>
                  <c:pt idx="402">
                    <c:v>ago/19</c:v>
                  </c:pt>
                  <c:pt idx="403">
                    <c:v>ago/19</c:v>
                  </c:pt>
                  <c:pt idx="404">
                    <c:v>ago/19</c:v>
                  </c:pt>
                  <c:pt idx="405">
                    <c:v>ago/19</c:v>
                  </c:pt>
                  <c:pt idx="406">
                    <c:v>set/19</c:v>
                  </c:pt>
                  <c:pt idx="407">
                    <c:v>set/19</c:v>
                  </c:pt>
                  <c:pt idx="408">
                    <c:v>set/19</c:v>
                  </c:pt>
                  <c:pt idx="409">
                    <c:v>set/19</c:v>
                  </c:pt>
                  <c:pt idx="410">
                    <c:v>out/19</c:v>
                  </c:pt>
                  <c:pt idx="411">
                    <c:v>out/19</c:v>
                  </c:pt>
                  <c:pt idx="412">
                    <c:v>out/19</c:v>
                  </c:pt>
                  <c:pt idx="413">
                    <c:v>out/19</c:v>
                  </c:pt>
                  <c:pt idx="414">
                    <c:v>out/19</c:v>
                  </c:pt>
                  <c:pt idx="415">
                    <c:v>nov/19</c:v>
                  </c:pt>
                  <c:pt idx="416">
                    <c:v>nov/19</c:v>
                  </c:pt>
                  <c:pt idx="417">
                    <c:v>nov/19</c:v>
                  </c:pt>
                  <c:pt idx="418">
                    <c:v>nov/19</c:v>
                  </c:pt>
                  <c:pt idx="419">
                    <c:v>dez/19</c:v>
                  </c:pt>
                  <c:pt idx="420">
                    <c:v>dez/19</c:v>
                  </c:pt>
                  <c:pt idx="421">
                    <c:v>dez/19</c:v>
                  </c:pt>
                  <c:pt idx="422">
                    <c:v>jan/20</c:v>
                  </c:pt>
                  <c:pt idx="423">
                    <c:v>jan/20</c:v>
                  </c:pt>
                  <c:pt idx="424">
                    <c:v>jan/20</c:v>
                  </c:pt>
                  <c:pt idx="425">
                    <c:v>jan/20</c:v>
                  </c:pt>
                  <c:pt idx="426">
                    <c:v>jan/20</c:v>
                  </c:pt>
                  <c:pt idx="427">
                    <c:v>fev/20</c:v>
                  </c:pt>
                  <c:pt idx="428">
                    <c:v>fev/20</c:v>
                  </c:pt>
                  <c:pt idx="429">
                    <c:v>fev/20</c:v>
                  </c:pt>
                  <c:pt idx="430">
                    <c:v>mar/20</c:v>
                  </c:pt>
                  <c:pt idx="431">
                    <c:v>mar/20</c:v>
                  </c:pt>
                  <c:pt idx="432">
                    <c:v>mar/20</c:v>
                  </c:pt>
                  <c:pt idx="433">
                    <c:v>mar/20</c:v>
                  </c:pt>
                  <c:pt idx="434">
                    <c:v>mar/20</c:v>
                  </c:pt>
                  <c:pt idx="435">
                    <c:v>abr/20</c:v>
                  </c:pt>
                  <c:pt idx="436">
                    <c:v>abr/20</c:v>
                  </c:pt>
                  <c:pt idx="437">
                    <c:v>abr/20</c:v>
                  </c:pt>
                  <c:pt idx="438">
                    <c:v>abr/20</c:v>
                  </c:pt>
                  <c:pt idx="439">
                    <c:v>mai/20</c:v>
                  </c:pt>
                  <c:pt idx="440">
                    <c:v>mai/20</c:v>
                  </c:pt>
                  <c:pt idx="441">
                    <c:v>mai/20</c:v>
                  </c:pt>
                  <c:pt idx="442">
                    <c:v>mai/20</c:v>
                  </c:pt>
                  <c:pt idx="443">
                    <c:v>jun/20</c:v>
                  </c:pt>
                  <c:pt idx="444">
                    <c:v>jun/20</c:v>
                  </c:pt>
                  <c:pt idx="445">
                    <c:v>jun/20</c:v>
                  </c:pt>
                  <c:pt idx="446">
                    <c:v>jun/20</c:v>
                  </c:pt>
                  <c:pt idx="447">
                    <c:v>jul/20</c:v>
                  </c:pt>
                  <c:pt idx="448">
                    <c:v>jul/20</c:v>
                  </c:pt>
                  <c:pt idx="449">
                    <c:v>jul/20</c:v>
                  </c:pt>
                  <c:pt idx="450">
                    <c:v>jul/20</c:v>
                  </c:pt>
                  <c:pt idx="451">
                    <c:v>jul/20</c:v>
                  </c:pt>
                  <c:pt idx="452">
                    <c:v>ago/20</c:v>
                  </c:pt>
                  <c:pt idx="453">
                    <c:v>ago/20</c:v>
                  </c:pt>
                  <c:pt idx="454">
                    <c:v>ago/20</c:v>
                  </c:pt>
                  <c:pt idx="455">
                    <c:v>ago/20</c:v>
                  </c:pt>
                  <c:pt idx="456">
                    <c:v>set/20</c:v>
                  </c:pt>
                  <c:pt idx="457">
                    <c:v>set/20</c:v>
                  </c:pt>
                  <c:pt idx="458">
                    <c:v>set/20</c:v>
                  </c:pt>
                  <c:pt idx="459">
                    <c:v>set/20</c:v>
                  </c:pt>
                  <c:pt idx="460">
                    <c:v>out/20</c:v>
                  </c:pt>
                  <c:pt idx="461">
                    <c:v>out/20</c:v>
                  </c:pt>
                  <c:pt idx="462">
                    <c:v>out/20</c:v>
                  </c:pt>
                  <c:pt idx="463">
                    <c:v>out/20</c:v>
                  </c:pt>
                  <c:pt idx="464">
                    <c:v>nov/20</c:v>
                  </c:pt>
                  <c:pt idx="465">
                    <c:v>nov/20</c:v>
                  </c:pt>
                  <c:pt idx="466">
                    <c:v>nov/20</c:v>
                  </c:pt>
                  <c:pt idx="467">
                    <c:v>nov/20</c:v>
                  </c:pt>
                  <c:pt idx="468">
                    <c:v>dez/20</c:v>
                  </c:pt>
                  <c:pt idx="469">
                    <c:v>dez/20</c:v>
                  </c:pt>
                  <c:pt idx="470">
                    <c:v>dez/20</c:v>
                  </c:pt>
                  <c:pt idx="471">
                    <c:v>dez/20</c:v>
                  </c:pt>
                  <c:pt idx="472">
                    <c:v>jan/21</c:v>
                  </c:pt>
                  <c:pt idx="473">
                    <c:v>jan/21</c:v>
                  </c:pt>
                  <c:pt idx="474">
                    <c:v>jan/21</c:v>
                  </c:pt>
                  <c:pt idx="475">
                    <c:v>jan/21</c:v>
                  </c:pt>
                  <c:pt idx="476">
                    <c:v>fev/21</c:v>
                  </c:pt>
                  <c:pt idx="477">
                    <c:v>fev/21</c:v>
                  </c:pt>
                  <c:pt idx="478">
                    <c:v>fev/21</c:v>
                  </c:pt>
                  <c:pt idx="479">
                    <c:v>mar/21</c:v>
                  </c:pt>
                  <c:pt idx="480">
                    <c:v>mar/21</c:v>
                  </c:pt>
                  <c:pt idx="481">
                    <c:v>mar/21</c:v>
                  </c:pt>
                  <c:pt idx="482">
                    <c:v>mar/21</c:v>
                  </c:pt>
                  <c:pt idx="483">
                    <c:v>mar/21</c:v>
                  </c:pt>
                  <c:pt idx="484">
                    <c:v>abr/21</c:v>
                  </c:pt>
                  <c:pt idx="485">
                    <c:v>abr/21</c:v>
                  </c:pt>
                  <c:pt idx="486">
                    <c:v>abr/21</c:v>
                  </c:pt>
                  <c:pt idx="487">
                    <c:v>abr/21</c:v>
                  </c:pt>
                  <c:pt idx="488">
                    <c:v>mai/21</c:v>
                  </c:pt>
                  <c:pt idx="489">
                    <c:v>mai/21</c:v>
                  </c:pt>
                  <c:pt idx="490">
                    <c:v>mai/21</c:v>
                  </c:pt>
                  <c:pt idx="491">
                    <c:v>mai/21</c:v>
                  </c:pt>
                  <c:pt idx="492">
                    <c:v>jun/21</c:v>
                  </c:pt>
                  <c:pt idx="493">
                    <c:v>jun/21</c:v>
                  </c:pt>
                  <c:pt idx="494">
                    <c:v>jun/21</c:v>
                  </c:pt>
                  <c:pt idx="495">
                    <c:v>jun/21</c:v>
                  </c:pt>
                  <c:pt idx="496">
                    <c:v>jul/21</c:v>
                  </c:pt>
                  <c:pt idx="497">
                    <c:v>jul/21</c:v>
                  </c:pt>
                  <c:pt idx="498">
                    <c:v>jul/21</c:v>
                  </c:pt>
                  <c:pt idx="499">
                    <c:v>jul/21</c:v>
                  </c:pt>
                  <c:pt idx="500">
                    <c:v>jul/21</c:v>
                  </c:pt>
                  <c:pt idx="501">
                    <c:v>ago/21</c:v>
                  </c:pt>
                  <c:pt idx="502">
                    <c:v>ago/21</c:v>
                  </c:pt>
                  <c:pt idx="503">
                    <c:v>ago/21</c:v>
                  </c:pt>
                  <c:pt idx="504">
                    <c:v>ago/21</c:v>
                  </c:pt>
                  <c:pt idx="505">
                    <c:v>set/21</c:v>
                  </c:pt>
                  <c:pt idx="506">
                    <c:v>set/21</c:v>
                  </c:pt>
                  <c:pt idx="507">
                    <c:v>set/21</c:v>
                  </c:pt>
                  <c:pt idx="508">
                    <c:v>set/21</c:v>
                  </c:pt>
                  <c:pt idx="509">
                    <c:v>out/21</c:v>
                  </c:pt>
                  <c:pt idx="510">
                    <c:v>out/21</c:v>
                  </c:pt>
                  <c:pt idx="511">
                    <c:v>out/21</c:v>
                  </c:pt>
                  <c:pt idx="512">
                    <c:v>out/21</c:v>
                  </c:pt>
                  <c:pt idx="513">
                    <c:v>nov/21</c:v>
                  </c:pt>
                  <c:pt idx="514">
                    <c:v>nov/21</c:v>
                  </c:pt>
                  <c:pt idx="515">
                    <c:v>nov/21</c:v>
                  </c:pt>
                  <c:pt idx="516">
                    <c:v>nov/21</c:v>
                  </c:pt>
                  <c:pt idx="517">
                    <c:v>dez/21</c:v>
                  </c:pt>
                  <c:pt idx="518">
                    <c:v>dez/21</c:v>
                  </c:pt>
                  <c:pt idx="519">
                    <c:v>dez/21</c:v>
                  </c:pt>
                  <c:pt idx="520">
                    <c:v>dez/21</c:v>
                  </c:pt>
                  <c:pt idx="521">
                    <c:v>jan/22</c:v>
                  </c:pt>
                  <c:pt idx="522">
                    <c:v>jan/22</c:v>
                  </c:pt>
                  <c:pt idx="523">
                    <c:v>jan/22</c:v>
                  </c:pt>
                  <c:pt idx="524">
                    <c:v>jan/22</c:v>
                  </c:pt>
                  <c:pt idx="525">
                    <c:v>jan/22</c:v>
                  </c:pt>
                  <c:pt idx="526">
                    <c:v>fev/22</c:v>
                  </c:pt>
                  <c:pt idx="527">
                    <c:v>fev/22</c:v>
                  </c:pt>
                  <c:pt idx="528">
                    <c:v>fev/22</c:v>
                  </c:pt>
                  <c:pt idx="529">
                    <c:v>mar/22</c:v>
                  </c:pt>
                  <c:pt idx="530">
                    <c:v>mar/22</c:v>
                  </c:pt>
                  <c:pt idx="531">
                    <c:v>mar/22</c:v>
                  </c:pt>
                  <c:pt idx="532">
                    <c:v>mar/22</c:v>
                  </c:pt>
                  <c:pt idx="533">
                    <c:v>mar/22</c:v>
                  </c:pt>
                  <c:pt idx="534">
                    <c:v>abr/22</c:v>
                  </c:pt>
                  <c:pt idx="535">
                    <c:v>abr/22</c:v>
                  </c:pt>
                  <c:pt idx="536">
                    <c:v>abr/22</c:v>
                  </c:pt>
                  <c:pt idx="537">
                    <c:v>abr/22</c:v>
                  </c:pt>
                  <c:pt idx="538">
                    <c:v>mai/22</c:v>
                  </c:pt>
                  <c:pt idx="539">
                    <c:v>mai/22</c:v>
                  </c:pt>
                  <c:pt idx="540">
                    <c:v>mai/22</c:v>
                  </c:pt>
                  <c:pt idx="541">
                    <c:v>mai/22</c:v>
                  </c:pt>
                  <c:pt idx="542">
                    <c:v>jun/22</c:v>
                  </c:pt>
                  <c:pt idx="543">
                    <c:v>jun/22</c:v>
                  </c:pt>
                  <c:pt idx="544">
                    <c:v>jun/22</c:v>
                  </c:pt>
                  <c:pt idx="545">
                    <c:v>jun/22</c:v>
                  </c:pt>
                  <c:pt idx="546">
                    <c:v>jul/22</c:v>
                  </c:pt>
                  <c:pt idx="547">
                    <c:v>jul/22</c:v>
                  </c:pt>
                  <c:pt idx="548">
                    <c:v>jul/22</c:v>
                  </c:pt>
                  <c:pt idx="549">
                    <c:v>jul/22</c:v>
                  </c:pt>
                  <c:pt idx="550">
                    <c:v>ago/22</c:v>
                  </c:pt>
                  <c:pt idx="551">
                    <c:v>ago/22</c:v>
                  </c:pt>
                  <c:pt idx="552">
                    <c:v>ago/22</c:v>
                  </c:pt>
                  <c:pt idx="553">
                    <c:v>ago/22</c:v>
                  </c:pt>
                  <c:pt idx="554">
                    <c:v>ago/22</c:v>
                  </c:pt>
                  <c:pt idx="555">
                    <c:v>set/22</c:v>
                  </c:pt>
                  <c:pt idx="556">
                    <c:v>set/22</c:v>
                  </c:pt>
                  <c:pt idx="557">
                    <c:v>set/22</c:v>
                  </c:pt>
                  <c:pt idx="558">
                    <c:v>set/22</c:v>
                  </c:pt>
                  <c:pt idx="559">
                    <c:v>out/22</c:v>
                  </c:pt>
                  <c:pt idx="560">
                    <c:v>out/22</c:v>
                  </c:pt>
                  <c:pt idx="561">
                    <c:v>out/22</c:v>
                  </c:pt>
                  <c:pt idx="562">
                    <c:v>out/22</c:v>
                  </c:pt>
                  <c:pt idx="563">
                    <c:v>nov/22</c:v>
                  </c:pt>
                  <c:pt idx="564">
                    <c:v>nov/22</c:v>
                  </c:pt>
                  <c:pt idx="565">
                    <c:v>nov/22</c:v>
                  </c:pt>
                  <c:pt idx="566">
                    <c:v>nov/22</c:v>
                  </c:pt>
                  <c:pt idx="567">
                    <c:v>dez/22</c:v>
                  </c:pt>
                  <c:pt idx="568">
                    <c:v>dez/22</c:v>
                  </c:pt>
                  <c:pt idx="569">
                    <c:v>dez/22</c:v>
                  </c:pt>
                  <c:pt idx="570">
                    <c:v>dez/22</c:v>
                  </c:pt>
                  <c:pt idx="571">
                    <c:v>jan/23</c:v>
                  </c:pt>
                  <c:pt idx="572">
                    <c:v>jan/23</c:v>
                  </c:pt>
                  <c:pt idx="573">
                    <c:v>jan/23</c:v>
                  </c:pt>
                  <c:pt idx="574">
                    <c:v>jan/23</c:v>
                  </c:pt>
                  <c:pt idx="575">
                    <c:v>jan/23</c:v>
                  </c:pt>
                  <c:pt idx="576">
                    <c:v>fev/23</c:v>
                  </c:pt>
                  <c:pt idx="577">
                    <c:v>fev/23</c:v>
                  </c:pt>
                  <c:pt idx="578">
                    <c:v>fev/23</c:v>
                  </c:pt>
                  <c:pt idx="579">
                    <c:v>mar/23</c:v>
                  </c:pt>
                  <c:pt idx="580">
                    <c:v>mar/23</c:v>
                  </c:pt>
                  <c:pt idx="581">
                    <c:v>mar/23</c:v>
                  </c:pt>
                  <c:pt idx="582">
                    <c:v>mar/23</c:v>
                  </c:pt>
                  <c:pt idx="583">
                    <c:v>mar/23</c:v>
                  </c:pt>
                  <c:pt idx="584">
                    <c:v>abr/23</c:v>
                  </c:pt>
                  <c:pt idx="585">
                    <c:v>abr/23</c:v>
                  </c:pt>
                  <c:pt idx="586">
                    <c:v>abr/23</c:v>
                  </c:pt>
                  <c:pt idx="587">
                    <c:v>abr/23</c:v>
                  </c:pt>
                  <c:pt idx="588">
                    <c:v>mai/23</c:v>
                  </c:pt>
                  <c:pt idx="589">
                    <c:v>mai/23</c:v>
                  </c:pt>
                  <c:pt idx="590">
                    <c:v>mai/23</c:v>
                  </c:pt>
                  <c:pt idx="591">
                    <c:v>mai/23</c:v>
                  </c:pt>
                  <c:pt idx="592">
                    <c:v>jun/23</c:v>
                  </c:pt>
                  <c:pt idx="593">
                    <c:v>jun/23</c:v>
                  </c:pt>
                  <c:pt idx="594">
                    <c:v>jun/23</c:v>
                  </c:pt>
                  <c:pt idx="595">
                    <c:v>jun/23</c:v>
                  </c:pt>
                  <c:pt idx="596">
                    <c:v>jul/23</c:v>
                  </c:pt>
                  <c:pt idx="597">
                    <c:v>jul/23</c:v>
                  </c:pt>
                  <c:pt idx="598">
                    <c:v>jul/23</c:v>
                  </c:pt>
                  <c:pt idx="599">
                    <c:v>jul/23</c:v>
                  </c:pt>
                  <c:pt idx="600">
                    <c:v>ago/23</c:v>
                  </c:pt>
                  <c:pt idx="601">
                    <c:v>ago/23</c:v>
                  </c:pt>
                  <c:pt idx="602">
                    <c:v>ago/23</c:v>
                  </c:pt>
                  <c:pt idx="603">
                    <c:v>ago/23</c:v>
                  </c:pt>
                  <c:pt idx="604">
                    <c:v>ago/23</c:v>
                  </c:pt>
                  <c:pt idx="605">
                    <c:v>set/23</c:v>
                  </c:pt>
                  <c:pt idx="606">
                    <c:v>set/23</c:v>
                  </c:pt>
                  <c:pt idx="607">
                    <c:v>set/23</c:v>
                  </c:pt>
                  <c:pt idx="608">
                    <c:v>set/23</c:v>
                  </c:pt>
                  <c:pt idx="609">
                    <c:v>out/23</c:v>
                  </c:pt>
                  <c:pt idx="610">
                    <c:v>out/23</c:v>
                  </c:pt>
                  <c:pt idx="611">
                    <c:v>out/23</c:v>
                  </c:pt>
                  <c:pt idx="612">
                    <c:v>out/23</c:v>
                  </c:pt>
                  <c:pt idx="613">
                    <c:v>nov/23</c:v>
                  </c:pt>
                  <c:pt idx="614">
                    <c:v>nov/23</c:v>
                  </c:pt>
                  <c:pt idx="615">
                    <c:v>nov/23</c:v>
                  </c:pt>
                  <c:pt idx="616">
                    <c:v>nov/23</c:v>
                  </c:pt>
                  <c:pt idx="617">
                    <c:v>dez/23</c:v>
                  </c:pt>
                  <c:pt idx="618">
                    <c:v>dez/23</c:v>
                  </c:pt>
                  <c:pt idx="619">
                    <c:v>dez/23</c:v>
                  </c:pt>
                  <c:pt idx="620">
                    <c:v>dez/23</c:v>
                  </c:pt>
                  <c:pt idx="621">
                    <c:v>jan/24</c:v>
                  </c:pt>
                  <c:pt idx="622">
                    <c:v>jan/24</c:v>
                  </c:pt>
                  <c:pt idx="623">
                    <c:v>jan/24</c:v>
                  </c:pt>
                  <c:pt idx="624">
                    <c:v>jan/24</c:v>
                  </c:pt>
                  <c:pt idx="625">
                    <c:v>fev/24</c:v>
                  </c:pt>
                  <c:pt idx="626">
                    <c:v>fev/24</c:v>
                  </c:pt>
                  <c:pt idx="627">
                    <c:v>fev/24</c:v>
                  </c:pt>
                  <c:pt idx="628">
                    <c:v>fev/24</c:v>
                  </c:pt>
                  <c:pt idx="629">
                    <c:v>mar/24</c:v>
                  </c:pt>
                  <c:pt idx="630">
                    <c:v>mar/24</c:v>
                  </c:pt>
                  <c:pt idx="631">
                    <c:v>mar/24</c:v>
                  </c:pt>
                  <c:pt idx="632">
                    <c:v>mar/24</c:v>
                  </c:pt>
                  <c:pt idx="633">
                    <c:v>abr/24</c:v>
                  </c:pt>
                  <c:pt idx="634">
                    <c:v>abr/24</c:v>
                  </c:pt>
                  <c:pt idx="635">
                    <c:v>abr/24</c:v>
                  </c:pt>
                  <c:pt idx="636">
                    <c:v>abr/24</c:v>
                  </c:pt>
                  <c:pt idx="637">
                    <c:v>abr/24</c:v>
                  </c:pt>
                  <c:pt idx="638">
                    <c:v>mai/24</c:v>
                  </c:pt>
                  <c:pt idx="639">
                    <c:v>mai/24</c:v>
                  </c:pt>
                  <c:pt idx="640">
                    <c:v>mai/24</c:v>
                  </c:pt>
                  <c:pt idx="641">
                    <c:v>mai/24</c:v>
                  </c:pt>
                  <c:pt idx="642">
                    <c:v>jun/24</c:v>
                  </c:pt>
                  <c:pt idx="643">
                    <c:v>jun/24</c:v>
                  </c:pt>
                  <c:pt idx="644">
                    <c:v>jun/24</c:v>
                  </c:pt>
                  <c:pt idx="645">
                    <c:v>jun/24</c:v>
                  </c:pt>
                  <c:pt idx="646">
                    <c:v>jul/24</c:v>
                  </c:pt>
                  <c:pt idx="647">
                    <c:v>jul/24</c:v>
                  </c:pt>
                  <c:pt idx="648">
                    <c:v>jul/24</c:v>
                  </c:pt>
                  <c:pt idx="649">
                    <c:v>jul/24</c:v>
                  </c:pt>
                  <c:pt idx="650">
                    <c:v>ago/24</c:v>
                  </c:pt>
                  <c:pt idx="651">
                    <c:v>ago/24</c:v>
                  </c:pt>
                  <c:pt idx="652">
                    <c:v>ago/24</c:v>
                  </c:pt>
                  <c:pt idx="653">
                    <c:v>ago/24</c:v>
                  </c:pt>
                  <c:pt idx="654">
                    <c:v>ago/24</c:v>
                  </c:pt>
                  <c:pt idx="655">
                    <c:v>set/24</c:v>
                  </c:pt>
                  <c:pt idx="656">
                    <c:v>set/24</c:v>
                  </c:pt>
                  <c:pt idx="657">
                    <c:v>set/24</c:v>
                  </c:pt>
                  <c:pt idx="658">
                    <c:v>set/24</c:v>
                  </c:pt>
                  <c:pt idx="659">
                    <c:v>out/24</c:v>
                  </c:pt>
                  <c:pt idx="660">
                    <c:v>out/24</c:v>
                  </c:pt>
                  <c:pt idx="661">
                    <c:v>out/24</c:v>
                  </c:pt>
                  <c:pt idx="662">
                    <c:v>out/24</c:v>
                  </c:pt>
                  <c:pt idx="663">
                    <c:v>out/24</c:v>
                  </c:pt>
                  <c:pt idx="664">
                    <c:v>nov/24</c:v>
                  </c:pt>
                  <c:pt idx="665">
                    <c:v>nov/24</c:v>
                  </c:pt>
                  <c:pt idx="666">
                    <c:v>nov/24</c:v>
                  </c:pt>
                  <c:pt idx="667">
                    <c:v>dez/24</c:v>
                  </c:pt>
                  <c:pt idx="668">
                    <c:v>dez/24</c:v>
                  </c:pt>
                  <c:pt idx="669">
                    <c:v>dez/24</c:v>
                  </c:pt>
                  <c:pt idx="670">
                    <c:v>dez/24</c:v>
                  </c:pt>
                  <c:pt idx="671">
                    <c:v>jan/25</c:v>
                  </c:pt>
                  <c:pt idx="672">
                    <c:v>jan/25</c:v>
                  </c:pt>
                  <c:pt idx="673">
                    <c:v>jan/25</c:v>
                  </c:pt>
                  <c:pt idx="674">
                    <c:v>jan/25</c:v>
                  </c:pt>
                  <c:pt idx="675">
                    <c:v>jan/25</c:v>
                  </c:pt>
                  <c:pt idx="676">
                    <c:v>fev/25</c:v>
                  </c:pt>
                  <c:pt idx="677">
                    <c:v>fev/25</c:v>
                  </c:pt>
                  <c:pt idx="678">
                    <c:v>fev/25</c:v>
                  </c:pt>
                  <c:pt idx="679">
                    <c:v>fev/25</c:v>
                  </c:pt>
                  <c:pt idx="680">
                    <c:v>mar/25</c:v>
                  </c:pt>
                  <c:pt idx="681">
                    <c:v>mar/25</c:v>
                  </c:pt>
                  <c:pt idx="682">
                    <c:v>mar/25</c:v>
                  </c:pt>
                  <c:pt idx="683">
                    <c:v>abr/25</c:v>
                  </c:pt>
                  <c:pt idx="684">
                    <c:v>abr/25</c:v>
                  </c:pt>
                  <c:pt idx="685">
                    <c:v>abr/25</c:v>
                  </c:pt>
                  <c:pt idx="686">
                    <c:v>abr/25</c:v>
                  </c:pt>
                  <c:pt idx="687">
                    <c:v>mai/25</c:v>
                  </c:pt>
                  <c:pt idx="688">
                    <c:v>mai/25</c:v>
                  </c:pt>
                  <c:pt idx="689">
                    <c:v>mai/25</c:v>
                  </c:pt>
                  <c:pt idx="690">
                    <c:v>mai/25</c:v>
                  </c:pt>
                  <c:pt idx="691">
                    <c:v>mai/25</c:v>
                  </c:pt>
                  <c:pt idx="692">
                    <c:v>jun/25</c:v>
                  </c:pt>
                  <c:pt idx="693">
                    <c:v>jun/25</c:v>
                  </c:pt>
                  <c:pt idx="694">
                    <c:v>jun/25</c:v>
                  </c:pt>
                  <c:pt idx="695">
                    <c:v>jun/25</c:v>
                  </c:pt>
                  <c:pt idx="696">
                    <c:v>jul/25</c:v>
                  </c:pt>
                  <c:pt idx="697">
                    <c:v>jul/25</c:v>
                  </c:pt>
                  <c:pt idx="698">
                    <c:v>jul/25</c:v>
                  </c:pt>
                  <c:pt idx="699">
                    <c:v>jul/25</c:v>
                  </c:pt>
                  <c:pt idx="700">
                    <c:v>ago/25</c:v>
                  </c:pt>
                  <c:pt idx="701">
                    <c:v>ago/25</c:v>
                  </c:pt>
                  <c:pt idx="702">
                    <c:v>ago/25</c:v>
                  </c:pt>
                  <c:pt idx="703">
                    <c:v>ago/25</c:v>
                  </c:pt>
                  <c:pt idx="704">
                    <c:v>set/25</c:v>
                  </c:pt>
                  <c:pt idx="705">
                    <c:v>set/25</c:v>
                  </c:pt>
                  <c:pt idx="706">
                    <c:v>set/25</c:v>
                  </c:pt>
                  <c:pt idx="707">
                    <c:v>set/25</c:v>
                  </c:pt>
                  <c:pt idx="708">
                    <c:v>set/25</c:v>
                  </c:pt>
                  <c:pt idx="709">
                    <c:v>out/25</c:v>
                  </c:pt>
                  <c:pt idx="710">
                    <c:v>out/25</c:v>
                  </c:pt>
                  <c:pt idx="711">
                    <c:v>out/25</c:v>
                  </c:pt>
                  <c:pt idx="712">
                    <c:v>out/25</c:v>
                  </c:pt>
                  <c:pt idx="713">
                    <c:v>nov/25</c:v>
                  </c:pt>
                  <c:pt idx="714">
                    <c:v>nov/25</c:v>
                  </c:pt>
                  <c:pt idx="715">
                    <c:v>nov/25</c:v>
                  </c:pt>
                  <c:pt idx="716">
                    <c:v>nov/25</c:v>
                  </c:pt>
                  <c:pt idx="717">
                    <c:v>dez/25</c:v>
                  </c:pt>
                  <c:pt idx="718">
                    <c:v>dez/25</c:v>
                  </c:pt>
                  <c:pt idx="719">
                    <c:v>dez/25</c:v>
                  </c:pt>
                  <c:pt idx="720">
                    <c:v>dez/25</c:v>
                  </c:pt>
                  <c:pt idx="721">
                    <c:v>jan/26</c:v>
                  </c:pt>
                  <c:pt idx="722">
                    <c:v>jan/26</c:v>
                  </c:pt>
                  <c:pt idx="723">
                    <c:v>jan/26</c:v>
                  </c:pt>
                  <c:pt idx="724">
                    <c:v>jan/26</c:v>
                  </c:pt>
                  <c:pt idx="725">
                    <c:v>fev/26</c:v>
                  </c:pt>
                  <c:pt idx="726">
                    <c:v>fev/26</c:v>
                  </c:pt>
                  <c:pt idx="727">
                    <c:v>fev/26</c:v>
                  </c:pt>
                  <c:pt idx="728">
                    <c:v>fev/26</c:v>
                  </c:pt>
                  <c:pt idx="729">
                    <c:v>mar/26</c:v>
                  </c:pt>
                  <c:pt idx="730">
                    <c:v>mar/26</c:v>
                  </c:pt>
                  <c:pt idx="731">
                    <c:v>mar/26</c:v>
                  </c:pt>
                  <c:pt idx="732">
                    <c:v>mar/26</c:v>
                  </c:pt>
                  <c:pt idx="733">
                    <c:v>abr/26</c:v>
                  </c:pt>
                  <c:pt idx="734">
                    <c:v>abr/26</c:v>
                  </c:pt>
                  <c:pt idx="735">
                    <c:v>abr/26</c:v>
                  </c:pt>
                  <c:pt idx="736">
                    <c:v>abr/26</c:v>
                  </c:pt>
                  <c:pt idx="737">
                    <c:v>mai/26</c:v>
                  </c:pt>
                  <c:pt idx="738">
                    <c:v>mai/26</c:v>
                  </c:pt>
                  <c:pt idx="739">
                    <c:v>mai/26</c:v>
                  </c:pt>
                  <c:pt idx="740">
                    <c:v>mai/26</c:v>
                  </c:pt>
                  <c:pt idx="741">
                    <c:v>jun/26</c:v>
                  </c:pt>
                  <c:pt idx="742">
                    <c:v>jun/26</c:v>
                  </c:pt>
                  <c:pt idx="743">
                    <c:v>jun/26</c:v>
                  </c:pt>
                  <c:pt idx="744">
                    <c:v>jun/26</c:v>
                  </c:pt>
                  <c:pt idx="745">
                    <c:v>jun/26</c:v>
                  </c:pt>
                  <c:pt idx="746">
                    <c:v>jul/26</c:v>
                  </c:pt>
                  <c:pt idx="747">
                    <c:v>jul/26</c:v>
                  </c:pt>
                  <c:pt idx="748">
                    <c:v>jul/26</c:v>
                  </c:pt>
                  <c:pt idx="749">
                    <c:v>jul/26</c:v>
                  </c:pt>
                  <c:pt idx="750">
                    <c:v>ago/26</c:v>
                  </c:pt>
                  <c:pt idx="751">
                    <c:v>ago/26</c:v>
                  </c:pt>
                  <c:pt idx="752">
                    <c:v>ago/26</c:v>
                  </c:pt>
                  <c:pt idx="753">
                    <c:v>ago/26</c:v>
                  </c:pt>
                  <c:pt idx="754">
                    <c:v>set/26</c:v>
                  </c:pt>
                  <c:pt idx="755">
                    <c:v>set/26</c:v>
                  </c:pt>
                  <c:pt idx="756">
                    <c:v>set/26</c:v>
                  </c:pt>
                  <c:pt idx="757">
                    <c:v>set/26</c:v>
                  </c:pt>
                  <c:pt idx="758">
                    <c:v>set/26</c:v>
                  </c:pt>
                  <c:pt idx="759">
                    <c:v>out/26</c:v>
                  </c:pt>
                  <c:pt idx="760">
                    <c:v>out/26</c:v>
                  </c:pt>
                  <c:pt idx="761">
                    <c:v>out/26</c:v>
                  </c:pt>
                </c:lvl>
              </c:multiLvlStrCache>
            </c:multiLvlStrRef>
          </c:cat>
          <c:val>
            <c:numRef>
              <c:f>Sheet1!$C$2:$C$763</c:f>
              <c:numCache>
                <c:formatCode>General</c:formatCode>
                <c:ptCount val="76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/>
                </c:pt>
                <c:pt idx="251">
                  <c:v/>
                </c:pt>
                <c:pt idx="252">
                  <c:v/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/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/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/>
                </c:pt>
                <c:pt idx="273">
                  <c:v/>
                </c:pt>
                <c:pt idx="274">
                  <c:v/>
                </c:pt>
                <c:pt idx="275">
                  <c:v/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/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/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/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/>
                </c:pt>
                <c:pt idx="300">
                  <c:v/>
                </c:pt>
                <c:pt idx="301">
                  <c:v/>
                </c:pt>
                <c:pt idx="302">
                  <c:v/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/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  <c:pt idx="315">
                  <c:v/>
                </c:pt>
                <c:pt idx="316">
                  <c:v/>
                </c:pt>
                <c:pt idx="317">
                  <c:v/>
                </c:pt>
                <c:pt idx="318">
                  <c:v/>
                </c:pt>
                <c:pt idx="319">
                  <c:v/>
                </c:pt>
                <c:pt idx="320">
                  <c:v/>
                </c:pt>
                <c:pt idx="321">
                  <c:v/>
                </c:pt>
                <c:pt idx="322">
                  <c:v/>
                </c:pt>
                <c:pt idx="323">
                  <c:v/>
                </c:pt>
                <c:pt idx="324">
                  <c:v/>
                </c:pt>
                <c:pt idx="325">
                  <c:v/>
                </c:pt>
                <c:pt idx="326">
                  <c:v/>
                </c:pt>
                <c:pt idx="327">
                  <c:v/>
                </c:pt>
                <c:pt idx="328">
                  <c:v/>
                </c:pt>
                <c:pt idx="329">
                  <c:v/>
                </c:pt>
                <c:pt idx="330">
                  <c:v/>
                </c:pt>
                <c:pt idx="331">
                  <c:v/>
                </c:pt>
                <c:pt idx="332">
                  <c:v/>
                </c:pt>
                <c:pt idx="333">
                  <c:v/>
                </c:pt>
                <c:pt idx="334">
                  <c:v/>
                </c:pt>
                <c:pt idx="335">
                  <c:v/>
                </c:pt>
                <c:pt idx="336">
                  <c:v/>
                </c:pt>
                <c:pt idx="337">
                  <c:v/>
                </c:pt>
                <c:pt idx="338">
                  <c:v/>
                </c:pt>
                <c:pt idx="339">
                  <c:v/>
                </c:pt>
                <c:pt idx="340">
                  <c:v/>
                </c:pt>
                <c:pt idx="341">
                  <c:v/>
                </c:pt>
                <c:pt idx="342">
                  <c:v/>
                </c:pt>
                <c:pt idx="343">
                  <c:v/>
                </c:pt>
                <c:pt idx="344">
                  <c:v/>
                </c:pt>
                <c:pt idx="345">
                  <c:v/>
                </c:pt>
                <c:pt idx="346">
                  <c:v/>
                </c:pt>
                <c:pt idx="347">
                  <c:v/>
                </c:pt>
                <c:pt idx="348">
                  <c:v/>
                </c:pt>
                <c:pt idx="349">
                  <c:v/>
                </c:pt>
                <c:pt idx="350">
                  <c:v/>
                </c:pt>
                <c:pt idx="351">
                  <c:v/>
                </c:pt>
                <c:pt idx="352">
                  <c:v/>
                </c:pt>
                <c:pt idx="353">
                  <c:v/>
                </c:pt>
                <c:pt idx="354">
                  <c:v/>
                </c:pt>
                <c:pt idx="355">
                  <c:v/>
                </c:pt>
                <c:pt idx="356">
                  <c:v/>
                </c:pt>
                <c:pt idx="357">
                  <c:v/>
                </c:pt>
                <c:pt idx="358">
                  <c:v/>
                </c:pt>
                <c:pt idx="359">
                  <c:v/>
                </c:pt>
                <c:pt idx="360">
                  <c:v/>
                </c:pt>
                <c:pt idx="361">
                  <c:v/>
                </c:pt>
                <c:pt idx="362">
                  <c:v/>
                </c:pt>
                <c:pt idx="363">
                  <c:v/>
                </c:pt>
                <c:pt idx="364">
                  <c:v/>
                </c:pt>
                <c:pt idx="365">
                  <c:v/>
                </c:pt>
                <c:pt idx="366">
                  <c:v/>
                </c:pt>
                <c:pt idx="367">
                  <c:v/>
                </c:pt>
                <c:pt idx="368">
                  <c:v/>
                </c:pt>
                <c:pt idx="369">
                  <c:v/>
                </c:pt>
                <c:pt idx="370">
                  <c:v/>
                </c:pt>
                <c:pt idx="371">
                  <c:v/>
                </c:pt>
                <c:pt idx="372">
                  <c:v/>
                </c:pt>
                <c:pt idx="373">
                  <c:v/>
                </c:pt>
                <c:pt idx="374">
                  <c:v/>
                </c:pt>
                <c:pt idx="375">
                  <c:v/>
                </c:pt>
                <c:pt idx="376">
                  <c:v/>
                </c:pt>
                <c:pt idx="377">
                  <c:v/>
                </c:pt>
                <c:pt idx="378">
                  <c:v/>
                </c:pt>
                <c:pt idx="379">
                  <c:v/>
                </c:pt>
                <c:pt idx="380">
                  <c:v/>
                </c:pt>
                <c:pt idx="381">
                  <c:v/>
                </c:pt>
                <c:pt idx="382">
                  <c:v/>
                </c:pt>
                <c:pt idx="383">
                  <c:v/>
                </c:pt>
                <c:pt idx="384">
                  <c:v/>
                </c:pt>
                <c:pt idx="385">
                  <c:v/>
                </c:pt>
                <c:pt idx="386">
                  <c:v/>
                </c:pt>
                <c:pt idx="387">
                  <c:v/>
                </c:pt>
                <c:pt idx="388">
                  <c:v/>
                </c:pt>
                <c:pt idx="389">
                  <c:v/>
                </c:pt>
                <c:pt idx="390">
                  <c:v/>
                </c:pt>
                <c:pt idx="391">
                  <c:v/>
                </c:pt>
                <c:pt idx="392">
                  <c:v/>
                </c:pt>
                <c:pt idx="393">
                  <c:v/>
                </c:pt>
                <c:pt idx="394">
                  <c:v/>
                </c:pt>
                <c:pt idx="395">
                  <c:v/>
                </c:pt>
                <c:pt idx="396">
                  <c:v/>
                </c:pt>
                <c:pt idx="397">
                  <c:v/>
                </c:pt>
                <c:pt idx="398">
                  <c:v/>
                </c:pt>
                <c:pt idx="399">
                  <c:v/>
                </c:pt>
                <c:pt idx="400">
                  <c:v/>
                </c:pt>
                <c:pt idx="401">
                  <c:v/>
                </c:pt>
                <c:pt idx="402">
                  <c:v/>
                </c:pt>
                <c:pt idx="403">
                  <c:v/>
                </c:pt>
                <c:pt idx="404">
                  <c:v/>
                </c:pt>
                <c:pt idx="405">
                  <c:v/>
                </c:pt>
                <c:pt idx="406">
                  <c:v/>
                </c:pt>
                <c:pt idx="407">
                  <c:v/>
                </c:pt>
                <c:pt idx="408">
                  <c:v/>
                </c:pt>
                <c:pt idx="409">
                  <c:v/>
                </c:pt>
                <c:pt idx="410">
                  <c:v/>
                </c:pt>
                <c:pt idx="411">
                  <c:v/>
                </c:pt>
                <c:pt idx="412">
                  <c:v/>
                </c:pt>
                <c:pt idx="413">
                  <c:v/>
                </c:pt>
                <c:pt idx="414">
                  <c:v/>
                </c:pt>
                <c:pt idx="415">
                  <c:v/>
                </c:pt>
                <c:pt idx="416">
                  <c:v/>
                </c:pt>
                <c:pt idx="417">
                  <c:v/>
                </c:pt>
                <c:pt idx="418">
                  <c:v/>
                </c:pt>
                <c:pt idx="419">
                  <c:v/>
                </c:pt>
                <c:pt idx="420">
                  <c:v/>
                </c:pt>
                <c:pt idx="421">
                  <c:v>0.042635</c:v>
                </c:pt>
                <c:pt idx="422">
                  <c:v>0.042635</c:v>
                </c:pt>
                <c:pt idx="423">
                  <c:v>0.042635</c:v>
                </c:pt>
                <c:pt idx="424">
                  <c:v>0.042635</c:v>
                </c:pt>
                <c:pt idx="425">
                  <c:v>0.042635</c:v>
                </c:pt>
                <c:pt idx="426">
                  <c:v>0.042635</c:v>
                </c:pt>
                <c:pt idx="427">
                  <c:v>0.042635</c:v>
                </c:pt>
                <c:pt idx="428">
                  <c:v>0.042635</c:v>
                </c:pt>
                <c:pt idx="429">
                  <c:v>0.042426</c:v>
                </c:pt>
                <c:pt idx="430">
                  <c:v>0.058329</c:v>
                </c:pt>
                <c:pt idx="431">
                  <c:v>0.049867</c:v>
                </c:pt>
                <c:pt idx="432">
                  <c:v>0.028026</c:v>
                </c:pt>
                <c:pt idx="433">
                  <c:v>0.004827</c:v>
                </c:pt>
                <c:pt idx="434">
                  <c:v>0.017883</c:v>
                </c:pt>
                <c:pt idx="435">
                  <c:v>0.032238</c:v>
                </c:pt>
                <c:pt idx="436">
                  <c:v>0.032238</c:v>
                </c:pt>
                <c:pt idx="437">
                  <c:v>0.032238</c:v>
                </c:pt>
                <c:pt idx="438">
                  <c:v>0.032238</c:v>
                </c:pt>
                <c:pt idx="439">
                  <c:v>0.039416</c:v>
                </c:pt>
                <c:pt idx="440">
                  <c:v>0.039416</c:v>
                </c:pt>
                <c:pt idx="441">
                  <c:v>0.042018</c:v>
                </c:pt>
                <c:pt idx="442">
                  <c:v>0.041726</c:v>
                </c:pt>
                <c:pt idx="443">
                  <c:v>0.041726</c:v>
                </c:pt>
                <c:pt idx="444">
                  <c:v>0.041726</c:v>
                </c:pt>
                <c:pt idx="445">
                  <c:v>0.041726</c:v>
                </c:pt>
                <c:pt idx="446">
                  <c:v>0.0372</c:v>
                </c:pt>
                <c:pt idx="447">
                  <c:v>0.040087</c:v>
                </c:pt>
                <c:pt idx="448">
                  <c:v>0.040087</c:v>
                </c:pt>
                <c:pt idx="449">
                  <c:v>0.040087</c:v>
                </c:pt>
                <c:pt idx="450">
                  <c:v>0.040087</c:v>
                </c:pt>
                <c:pt idx="451">
                  <c:v>0.040087</c:v>
                </c:pt>
                <c:pt idx="452">
                  <c:v>0.040087</c:v>
                </c:pt>
                <c:pt idx="453">
                  <c:v>0.040087</c:v>
                </c:pt>
                <c:pt idx="454">
                  <c:v>0.040087</c:v>
                </c:pt>
                <c:pt idx="455">
                  <c:v>0.040087</c:v>
                </c:pt>
                <c:pt idx="456">
                  <c:v>0.040087</c:v>
                </c:pt>
                <c:pt idx="457">
                  <c:v>0.040087</c:v>
                </c:pt>
                <c:pt idx="458">
                  <c:v>0.040087</c:v>
                </c:pt>
                <c:pt idx="459">
                  <c:v>0.040087</c:v>
                </c:pt>
                <c:pt idx="460">
                  <c:v>0.040087</c:v>
                </c:pt>
                <c:pt idx="461">
                  <c:v>0.040087</c:v>
                </c:pt>
                <c:pt idx="462">
                  <c:v>0.040087</c:v>
                </c:pt>
                <c:pt idx="463">
                  <c:v>0.040087</c:v>
                </c:pt>
                <c:pt idx="464">
                  <c:v>0.040087</c:v>
                </c:pt>
                <c:pt idx="465">
                  <c:v>0.040087</c:v>
                </c:pt>
                <c:pt idx="466">
                  <c:v>0.040087</c:v>
                </c:pt>
                <c:pt idx="467">
                  <c:v>0.040087</c:v>
                </c:pt>
                <c:pt idx="468">
                  <c:v>0.040087</c:v>
                </c:pt>
                <c:pt idx="469">
                  <c:v>0.040087</c:v>
                </c:pt>
                <c:pt idx="470">
                  <c:v>0.040087</c:v>
                </c:pt>
                <c:pt idx="471">
                  <c:v>0.040087</c:v>
                </c:pt>
                <c:pt idx="472">
                  <c:v>0.040087</c:v>
                </c:pt>
                <c:pt idx="473">
                  <c:v>0.040087</c:v>
                </c:pt>
                <c:pt idx="474">
                  <c:v>0.040087</c:v>
                </c:pt>
                <c:pt idx="475">
                  <c:v>0.040087</c:v>
                </c:pt>
                <c:pt idx="476">
                  <c:v>0.040087</c:v>
                </c:pt>
                <c:pt idx="477">
                  <c:v>0.040087</c:v>
                </c:pt>
                <c:pt idx="478">
                  <c:v>0.040087</c:v>
                </c:pt>
                <c:pt idx="479">
                  <c:v>0.040087</c:v>
                </c:pt>
                <c:pt idx="480">
                  <c:v>0.040087</c:v>
                </c:pt>
                <c:pt idx="481">
                  <c:v>0.040087</c:v>
                </c:pt>
                <c:pt idx="482">
                  <c:v>0.040087</c:v>
                </c:pt>
                <c:pt idx="483">
                  <c:v>0.040087</c:v>
                </c:pt>
                <c:pt idx="484">
                  <c:v>0.040087</c:v>
                </c:pt>
                <c:pt idx="485">
                  <c:v>0.040087</c:v>
                </c:pt>
                <c:pt idx="486">
                  <c:v>0.040087</c:v>
                </c:pt>
                <c:pt idx="487">
                  <c:v>0.040087</c:v>
                </c:pt>
                <c:pt idx="488">
                  <c:v>0.037769</c:v>
                </c:pt>
                <c:pt idx="489">
                  <c:v>0.040238</c:v>
                </c:pt>
                <c:pt idx="490">
                  <c:v>0.040238</c:v>
                </c:pt>
                <c:pt idx="491">
                  <c:v>0.040238</c:v>
                </c:pt>
                <c:pt idx="492">
                  <c:v>0.040238</c:v>
                </c:pt>
                <c:pt idx="493">
                  <c:v>0.040238</c:v>
                </c:pt>
                <c:pt idx="494">
                  <c:v>0.040238</c:v>
                </c:pt>
                <c:pt idx="495">
                  <c:v>0.040238</c:v>
                </c:pt>
                <c:pt idx="496">
                  <c:v>0.040238</c:v>
                </c:pt>
                <c:pt idx="497">
                  <c:v>0.040238</c:v>
                </c:pt>
                <c:pt idx="498">
                  <c:v>0.040238</c:v>
                </c:pt>
                <c:pt idx="499">
                  <c:v>0.040238</c:v>
                </c:pt>
                <c:pt idx="500">
                  <c:v>0.040238</c:v>
                </c:pt>
                <c:pt idx="501">
                  <c:v>0.040238</c:v>
                </c:pt>
                <c:pt idx="502">
                  <c:v>0.040238</c:v>
                </c:pt>
                <c:pt idx="503">
                  <c:v>0.036232</c:v>
                </c:pt>
                <c:pt idx="504">
                  <c:v>0.029464</c:v>
                </c:pt>
                <c:pt idx="505">
                  <c:v>0.032043</c:v>
                </c:pt>
                <c:pt idx="506">
                  <c:v>0.032043</c:v>
                </c:pt>
                <c:pt idx="507">
                  <c:v>0.032043</c:v>
                </c:pt>
                <c:pt idx="508">
                  <c:v>0.032043</c:v>
                </c:pt>
                <c:pt idx="509">
                  <c:v>0.032043</c:v>
                </c:pt>
                <c:pt idx="510">
                  <c:v>0.032043</c:v>
                </c:pt>
                <c:pt idx="511">
                  <c:v>0.032043</c:v>
                </c:pt>
                <c:pt idx="512">
                  <c:v>0.032043</c:v>
                </c:pt>
                <c:pt idx="513">
                  <c:v>0.032043</c:v>
                </c:pt>
                <c:pt idx="514">
                  <c:v>0.032043</c:v>
                </c:pt>
                <c:pt idx="515">
                  <c:v>0.031837</c:v>
                </c:pt>
                <c:pt idx="516">
                  <c:v>0.03461</c:v>
                </c:pt>
                <c:pt idx="517">
                  <c:v>0.03461</c:v>
                </c:pt>
                <c:pt idx="518">
                  <c:v>0.03461</c:v>
                </c:pt>
                <c:pt idx="519">
                  <c:v>0.03461</c:v>
                </c:pt>
                <c:pt idx="520">
                  <c:v>0.03461</c:v>
                </c:pt>
                <c:pt idx="521">
                  <c:v>0.03461</c:v>
                </c:pt>
                <c:pt idx="522">
                  <c:v>0.03461</c:v>
                </c:pt>
                <c:pt idx="523">
                  <c:v>0.03461</c:v>
                </c:pt>
                <c:pt idx="524">
                  <c:v>0.03461</c:v>
                </c:pt>
                <c:pt idx="525">
                  <c:v>0.03461</c:v>
                </c:pt>
                <c:pt idx="526">
                  <c:v>0.03461</c:v>
                </c:pt>
                <c:pt idx="527">
                  <c:v>0.03461</c:v>
                </c:pt>
                <c:pt idx="528">
                  <c:v>0.03461</c:v>
                </c:pt>
                <c:pt idx="529">
                  <c:v>0.03461</c:v>
                </c:pt>
                <c:pt idx="530">
                  <c:v>0.03461</c:v>
                </c:pt>
                <c:pt idx="531">
                  <c:v>0.03461</c:v>
                </c:pt>
                <c:pt idx="532">
                  <c:v>0.03461</c:v>
                </c:pt>
                <c:pt idx="533">
                  <c:v>0.03461</c:v>
                </c:pt>
                <c:pt idx="534">
                  <c:v>0.03461</c:v>
                </c:pt>
                <c:pt idx="535">
                  <c:v>0.03461</c:v>
                </c:pt>
                <c:pt idx="536">
                  <c:v>0.03461</c:v>
                </c:pt>
                <c:pt idx="537">
                  <c:v>0.03461</c:v>
                </c:pt>
                <c:pt idx="538">
                  <c:v>0.03461</c:v>
                </c:pt>
                <c:pt idx="539">
                  <c:v>0.03461</c:v>
                </c:pt>
                <c:pt idx="540">
                  <c:v>0.03461</c:v>
                </c:pt>
                <c:pt idx="541">
                  <c:v>0.03461</c:v>
                </c:pt>
                <c:pt idx="542">
                  <c:v>0.03461</c:v>
                </c:pt>
                <c:pt idx="543">
                  <c:v>0.03461</c:v>
                </c:pt>
                <c:pt idx="544">
                  <c:v>0.03461</c:v>
                </c:pt>
                <c:pt idx="545">
                  <c:v>0.03461</c:v>
                </c:pt>
                <c:pt idx="546">
                  <c:v>0.03461</c:v>
                </c:pt>
                <c:pt idx="547">
                  <c:v>0.03461</c:v>
                </c:pt>
                <c:pt idx="548">
                  <c:v>0.03461</c:v>
                </c:pt>
                <c:pt idx="549">
                  <c:v>0.03461</c:v>
                </c:pt>
                <c:pt idx="550">
                  <c:v>0.03461</c:v>
                </c:pt>
                <c:pt idx="551">
                  <c:v>0.03461</c:v>
                </c:pt>
                <c:pt idx="552">
                  <c:v>0.03461</c:v>
                </c:pt>
                <c:pt idx="553">
                  <c:v>0.03461</c:v>
                </c:pt>
                <c:pt idx="554">
                  <c:v>0.03461</c:v>
                </c:pt>
                <c:pt idx="555">
                  <c:v>0.03461</c:v>
                </c:pt>
                <c:pt idx="556">
                  <c:v>0.03461</c:v>
                </c:pt>
                <c:pt idx="557">
                  <c:v>0.03461</c:v>
                </c:pt>
                <c:pt idx="558">
                  <c:v>0.03461</c:v>
                </c:pt>
                <c:pt idx="559">
                  <c:v>0.03461</c:v>
                </c:pt>
                <c:pt idx="560">
                  <c:v>0.034197</c:v>
                </c:pt>
                <c:pt idx="561">
                  <c:v>0.036421</c:v>
                </c:pt>
                <c:pt idx="562">
                  <c:v>0.040023</c:v>
                </c:pt>
                <c:pt idx="563">
                  <c:v>0.040023</c:v>
                </c:pt>
                <c:pt idx="564">
                  <c:v>0.040023</c:v>
                </c:pt>
                <c:pt idx="565">
                  <c:v>0.040023</c:v>
                </c:pt>
                <c:pt idx="566">
                  <c:v>0.040242</c:v>
                </c:pt>
                <c:pt idx="567">
                  <c:v>0.039904</c:v>
                </c:pt>
                <c:pt idx="568">
                  <c:v>0.039904</c:v>
                </c:pt>
                <c:pt idx="569">
                  <c:v>0.039904</c:v>
                </c:pt>
                <c:pt idx="570">
                  <c:v>0.039904</c:v>
                </c:pt>
                <c:pt idx="571">
                  <c:v>0.039904</c:v>
                </c:pt>
                <c:pt idx="572">
                  <c:v>0.039904</c:v>
                </c:pt>
                <c:pt idx="573">
                  <c:v>0.039904</c:v>
                </c:pt>
                <c:pt idx="574">
                  <c:v>0.039904</c:v>
                </c:pt>
                <c:pt idx="575">
                  <c:v>0.039904</c:v>
                </c:pt>
                <c:pt idx="576">
                  <c:v>0.039904</c:v>
                </c:pt>
                <c:pt idx="577">
                  <c:v>0.039904</c:v>
                </c:pt>
                <c:pt idx="578">
                  <c:v>0.039904</c:v>
                </c:pt>
                <c:pt idx="579">
                  <c:v>0.039904</c:v>
                </c:pt>
                <c:pt idx="580">
                  <c:v>0.039904</c:v>
                </c:pt>
                <c:pt idx="581">
                  <c:v>0.039904</c:v>
                </c:pt>
                <c:pt idx="582">
                  <c:v>0.039904</c:v>
                </c:pt>
                <c:pt idx="583">
                  <c:v>0.039904</c:v>
                </c:pt>
                <c:pt idx="584">
                  <c:v>0.039904</c:v>
                </c:pt>
                <c:pt idx="585">
                  <c:v>0.039904</c:v>
                </c:pt>
                <c:pt idx="586">
                  <c:v>0.039904</c:v>
                </c:pt>
                <c:pt idx="587">
                  <c:v>0.039904</c:v>
                </c:pt>
                <c:pt idx="588">
                  <c:v>0.034039</c:v>
                </c:pt>
                <c:pt idx="589">
                  <c:v>0.02996</c:v>
                </c:pt>
                <c:pt idx="590">
                  <c:v>0.02726</c:v>
                </c:pt>
                <c:pt idx="591">
                  <c:v>0.02726</c:v>
                </c:pt>
                <c:pt idx="592">
                  <c:v>0.02726</c:v>
                </c:pt>
                <c:pt idx="593">
                  <c:v>0.02726</c:v>
                </c:pt>
                <c:pt idx="594">
                  <c:v>0.02726</c:v>
                </c:pt>
                <c:pt idx="595">
                  <c:v>0.02726</c:v>
                </c:pt>
                <c:pt idx="596">
                  <c:v>0.02726</c:v>
                </c:pt>
                <c:pt idx="597">
                  <c:v>0.02726</c:v>
                </c:pt>
                <c:pt idx="598">
                  <c:v>0.02726</c:v>
                </c:pt>
                <c:pt idx="599">
                  <c:v>0.02726</c:v>
                </c:pt>
                <c:pt idx="600">
                  <c:v>0.02726</c:v>
                </c:pt>
                <c:pt idx="601">
                  <c:v>0.02726</c:v>
                </c:pt>
                <c:pt idx="602">
                  <c:v>0.02726</c:v>
                </c:pt>
                <c:pt idx="603">
                  <c:v>0.02726</c:v>
                </c:pt>
                <c:pt idx="604">
                  <c:v>0.02726</c:v>
                </c:pt>
                <c:pt idx="605">
                  <c:v>0.02726</c:v>
                </c:pt>
                <c:pt idx="606">
                  <c:v>0.02726</c:v>
                </c:pt>
                <c:pt idx="607">
                  <c:v>0.02726</c:v>
                </c:pt>
                <c:pt idx="608">
                  <c:v>0.02726</c:v>
                </c:pt>
                <c:pt idx="609">
                  <c:v>0.02726</c:v>
                </c:pt>
                <c:pt idx="610">
                  <c:v>0.02726</c:v>
                </c:pt>
                <c:pt idx="611">
                  <c:v>0.02726</c:v>
                </c:pt>
                <c:pt idx="612">
                  <c:v>0.02726</c:v>
                </c:pt>
                <c:pt idx="613">
                  <c:v>0.02726</c:v>
                </c:pt>
                <c:pt idx="614">
                  <c:v>0.027845</c:v>
                </c:pt>
                <c:pt idx="615">
                  <c:v>0.027845</c:v>
                </c:pt>
                <c:pt idx="616">
                  <c:v>0.025669</c:v>
                </c:pt>
                <c:pt idx="617">
                  <c:v>0.030245</c:v>
                </c:pt>
                <c:pt idx="618">
                  <c:v>0.030245</c:v>
                </c:pt>
                <c:pt idx="619">
                  <c:v>0.030245</c:v>
                </c:pt>
                <c:pt idx="620">
                  <c:v>0.030245</c:v>
                </c:pt>
                <c:pt idx="621">
                  <c:v>0.030245</c:v>
                </c:pt>
                <c:pt idx="622">
                  <c:v>0.030245</c:v>
                </c:pt>
                <c:pt idx="623">
                  <c:v>0.030245</c:v>
                </c:pt>
                <c:pt idx="624">
                  <c:v>0.030245</c:v>
                </c:pt>
                <c:pt idx="625">
                  <c:v>0.030245</c:v>
                </c:pt>
                <c:pt idx="626">
                  <c:v>0.030245</c:v>
                </c:pt>
                <c:pt idx="627">
                  <c:v>0.030245</c:v>
                </c:pt>
                <c:pt idx="628">
                  <c:v>0.030245</c:v>
                </c:pt>
                <c:pt idx="629">
                  <c:v>0.030245</c:v>
                </c:pt>
                <c:pt idx="630">
                  <c:v>0.030245</c:v>
                </c:pt>
                <c:pt idx="631">
                  <c:v>0.030245</c:v>
                </c:pt>
                <c:pt idx="632">
                  <c:v>0.030245</c:v>
                </c:pt>
                <c:pt idx="633">
                  <c:v>0.030245</c:v>
                </c:pt>
                <c:pt idx="634">
                  <c:v>0.030245</c:v>
                </c:pt>
                <c:pt idx="635">
                  <c:v>0.030245</c:v>
                </c:pt>
                <c:pt idx="636">
                  <c:v>0.030245</c:v>
                </c:pt>
                <c:pt idx="637">
                  <c:v>0.030245</c:v>
                </c:pt>
                <c:pt idx="638">
                  <c:v>0.030245</c:v>
                </c:pt>
                <c:pt idx="639">
                  <c:v>0.030245</c:v>
                </c:pt>
                <c:pt idx="640">
                  <c:v>0.030245</c:v>
                </c:pt>
                <c:pt idx="641">
                  <c:v>0.030245</c:v>
                </c:pt>
                <c:pt idx="642">
                  <c:v>0.030245</c:v>
                </c:pt>
                <c:pt idx="643">
                  <c:v>0.030245</c:v>
                </c:pt>
                <c:pt idx="644">
                  <c:v>0.030245</c:v>
                </c:pt>
                <c:pt idx="645">
                  <c:v>0.030245</c:v>
                </c:pt>
                <c:pt idx="646">
                  <c:v>0.030245</c:v>
                </c:pt>
                <c:pt idx="647">
                  <c:v>0.030245</c:v>
                </c:pt>
                <c:pt idx="648">
                  <c:v>0.030245</c:v>
                </c:pt>
                <c:pt idx="649">
                  <c:v>0.030245</c:v>
                </c:pt>
                <c:pt idx="650">
                  <c:v>0.030245</c:v>
                </c:pt>
                <c:pt idx="651">
                  <c:v>0.030245</c:v>
                </c:pt>
                <c:pt idx="652">
                  <c:v>0.032924</c:v>
                </c:pt>
                <c:pt idx="653">
                  <c:v>0.032924</c:v>
                </c:pt>
                <c:pt idx="654">
                  <c:v>0.032924</c:v>
                </c:pt>
                <c:pt idx="655">
                  <c:v>0.032924</c:v>
                </c:pt>
                <c:pt idx="656">
                  <c:v>0.032924</c:v>
                </c:pt>
                <c:pt idx="657">
                  <c:v>0.032924</c:v>
                </c:pt>
                <c:pt idx="658">
                  <c:v>0.032924</c:v>
                </c:pt>
                <c:pt idx="659">
                  <c:v>0.032924</c:v>
                </c:pt>
                <c:pt idx="660">
                  <c:v>0.032924</c:v>
                </c:pt>
                <c:pt idx="661">
                  <c:v>0.032924</c:v>
                </c:pt>
                <c:pt idx="662">
                  <c:v>0.032924</c:v>
                </c:pt>
                <c:pt idx="663">
                  <c:v>0.032924</c:v>
                </c:pt>
                <c:pt idx="664">
                  <c:v>0.032924</c:v>
                </c:pt>
                <c:pt idx="665">
                  <c:v>0.032924</c:v>
                </c:pt>
                <c:pt idx="666">
                  <c:v>0.032924</c:v>
                </c:pt>
                <c:pt idx="667">
                  <c:v>0.032924</c:v>
                </c:pt>
                <c:pt idx="668">
                  <c:v>0.032924</c:v>
                </c:pt>
                <c:pt idx="669">
                  <c:v>0.032924</c:v>
                </c:pt>
                <c:pt idx="670">
                  <c:v>0.032924</c:v>
                </c:pt>
                <c:pt idx="671">
                  <c:v>0.032924</c:v>
                </c:pt>
                <c:pt idx="672">
                  <c:v>0.032924</c:v>
                </c:pt>
                <c:pt idx="673">
                  <c:v>0.032924</c:v>
                </c:pt>
                <c:pt idx="674">
                  <c:v>0.032924</c:v>
                </c:pt>
                <c:pt idx="675">
                  <c:v>0.032924</c:v>
                </c:pt>
                <c:pt idx="676">
                  <c:v>0.032924</c:v>
                </c:pt>
                <c:pt idx="677">
                  <c:v>0.032924</c:v>
                </c:pt>
                <c:pt idx="678">
                  <c:v>0.032924</c:v>
                </c:pt>
                <c:pt idx="679">
                  <c:v>0.032924</c:v>
                </c:pt>
                <c:pt idx="680">
                  <c:v>0.032924</c:v>
                </c:pt>
                <c:pt idx="681">
                  <c:v>0.036419</c:v>
                </c:pt>
                <c:pt idx="682">
                  <c:v>0.037697</c:v>
                </c:pt>
                <c:pt idx="683">
                  <c:v>0.037697</c:v>
                </c:pt>
                <c:pt idx="684">
                  <c:v>0.037697</c:v>
                </c:pt>
                <c:pt idx="685">
                  <c:v>0.037697</c:v>
                </c:pt>
                <c:pt idx="686">
                  <c:v>0.037697</c:v>
                </c:pt>
                <c:pt idx="687">
                  <c:v>0.037697</c:v>
                </c:pt>
                <c:pt idx="688">
                  <c:v>0.037697</c:v>
                </c:pt>
                <c:pt idx="689">
                  <c:v>0.037697</c:v>
                </c:pt>
                <c:pt idx="690">
                  <c:v>0.038265</c:v>
                </c:pt>
                <c:pt idx="691">
                  <c:v>0.036056</c:v>
                </c:pt>
                <c:pt idx="692">
                  <c:v>0.0353</c:v>
                </c:pt>
                <c:pt idx="693">
                  <c:v>0.0353</c:v>
                </c:pt>
                <c:pt idx="694">
                  <c:v>0.0353</c:v>
                </c:pt>
                <c:pt idx="695">
                  <c:v>0.0353</c:v>
                </c:pt>
                <c:pt idx="696">
                  <c:v>0.0353</c:v>
                </c:pt>
                <c:pt idx="697">
                  <c:v>0.0353</c:v>
                </c:pt>
                <c:pt idx="698">
                  <c:v>0.0353</c:v>
                </c:pt>
                <c:pt idx="699">
                  <c:v>0.0353</c:v>
                </c:pt>
                <c:pt idx="700">
                  <c:v>0.0353</c:v>
                </c:pt>
                <c:pt idx="701">
                  <c:v>0.0353</c:v>
                </c:pt>
                <c:pt idx="702">
                  <c:v>0.03364</c:v>
                </c:pt>
                <c:pt idx="703">
                  <c:v>0.035685</c:v>
                </c:pt>
                <c:pt idx="704">
                  <c:v>0.035685</c:v>
                </c:pt>
                <c:pt idx="705">
                  <c:v>0.035685</c:v>
                </c:pt>
                <c:pt idx="706">
                  <c:v>0.035685</c:v>
                </c:pt>
                <c:pt idx="707">
                  <c:v>0.035685</c:v>
                </c:pt>
                <c:pt idx="708">
                  <c:v>0.035685</c:v>
                </c:pt>
                <c:pt idx="709">
                  <c:v>0.035685</c:v>
                </c:pt>
                <c:pt idx="710">
                  <c:v>0.035685</c:v>
                </c:pt>
                <c:pt idx="711">
                  <c:v>0.035685</c:v>
                </c:pt>
                <c:pt idx="712">
                  <c:v>0.035685</c:v>
                </c:pt>
                <c:pt idx="713">
                  <c:v>0.035685</c:v>
                </c:pt>
                <c:pt idx="714">
                  <c:v>0.035685</c:v>
                </c:pt>
                <c:pt idx="715">
                  <c:v>0.035685</c:v>
                </c:pt>
                <c:pt idx="716">
                  <c:v>0.035685</c:v>
                </c:pt>
                <c:pt idx="717">
                  <c:v>0.035685</c:v>
                </c:pt>
                <c:pt idx="718">
                  <c:v>0.035685</c:v>
                </c:pt>
                <c:pt idx="719">
                  <c:v>0.035685</c:v>
                </c:pt>
                <c:pt idx="720">
                  <c:v>0.035685</c:v>
                </c:pt>
                <c:pt idx="721">
                  <c:v>0.035685</c:v>
                </c:pt>
                <c:pt idx="722">
                  <c:v>0.035685</c:v>
                </c:pt>
                <c:pt idx="723">
                  <c:v>0.035685</c:v>
                </c:pt>
                <c:pt idx="724">
                  <c:v>0.035685</c:v>
                </c:pt>
                <c:pt idx="725">
                  <c:v>0.035685</c:v>
                </c:pt>
                <c:pt idx="726">
                  <c:v>0.035685</c:v>
                </c:pt>
                <c:pt idx="727">
                  <c:v>0.035685</c:v>
                </c:pt>
                <c:pt idx="728">
                  <c:v>0.035685</c:v>
                </c:pt>
                <c:pt idx="729">
                  <c:v>0.035685</c:v>
                </c:pt>
                <c:pt idx="730">
                  <c:v>0.035685</c:v>
                </c:pt>
                <c:pt idx="731">
                  <c:v>0.042644</c:v>
                </c:pt>
                <c:pt idx="732">
                  <c:v>0.042644</c:v>
                </c:pt>
                <c:pt idx="733">
                  <c:v>0.042644</c:v>
                </c:pt>
                <c:pt idx="734">
                  <c:v>0.042644</c:v>
                </c:pt>
                <c:pt idx="735">
                  <c:v>0.03724</c:v>
                </c:pt>
                <c:pt idx="736">
                  <c:v>0.068045</c:v>
                </c:pt>
                <c:pt idx="737">
                  <c:v>0.068045</c:v>
                </c:pt>
                <c:pt idx="738">
                  <c:v>0.068045</c:v>
                </c:pt>
                <c:pt idx="739">
                  <c:v>0.068045</c:v>
                </c:pt>
                <c:pt idx="740">
                  <c:v>0.068045</c:v>
                </c:pt>
                <c:pt idx="741">
                  <c:v>0.068045</c:v>
                </c:pt>
                <c:pt idx="742">
                  <c:v>0.072623</c:v>
                </c:pt>
                <c:pt idx="743">
                  <c:v>0.07428</c:v>
                </c:pt>
                <c:pt idx="744">
                  <c:v>0.07428</c:v>
                </c:pt>
                <c:pt idx="745">
                  <c:v>0.07428</c:v>
                </c:pt>
                <c:pt idx="746">
                  <c:v>0.07428</c:v>
                </c:pt>
                <c:pt idx="747">
                  <c:v>0.07428</c:v>
                </c:pt>
                <c:pt idx="748">
                  <c:v>0.07428</c:v>
                </c:pt>
                <c:pt idx="749">
                  <c:v>0.07428</c:v>
                </c:pt>
                <c:pt idx="750">
                  <c:v>0.07428</c:v>
                </c:pt>
                <c:pt idx="751">
                  <c:v>0.07428</c:v>
                </c:pt>
                <c:pt idx="752">
                  <c:v>0.07428</c:v>
                </c:pt>
                <c:pt idx="753">
                  <c:v>0.07428</c:v>
                </c:pt>
                <c:pt idx="754">
                  <c:v>0.07428</c:v>
                </c:pt>
                <c:pt idx="755">
                  <c:v>0.07428</c:v>
                </c:pt>
                <c:pt idx="756">
                  <c:v>0.07428</c:v>
                </c:pt>
                <c:pt idx="757">
                  <c:v>0.07428</c:v>
                </c:pt>
                <c:pt idx="758">
                  <c:v>0.07428</c:v>
                </c:pt>
                <c:pt idx="759">
                  <c:v>0.081425</c:v>
                </c:pt>
                <c:pt idx="760">
                  <c:v>0.085304</c:v>
                </c:pt>
                <c:pt idx="761">
                  <c:v>0.085304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4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;&quot;−&quot;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Ibovespa: volatilidade condicional, média do mês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Volatilidade do Ibovespa (a.a.)</c:v>
                </c:pt>
              </c:strCache>
            </c:strRef>
          </c:tx>
          <c:spPr>
            <a:solidFill>
              <a:srgbClr val="B97400"/>
            </a:solidFill>
            <a:ln w="22225" cap="flat">
              <a:solidFill>
                <a:srgbClr val="B974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7400"/>
              </a:solidFill>
              <a:ln w="9525" cap="flat">
                <a:solidFill>
                  <a:srgbClr val="B974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Sheet1!$A$2:$A$185</c:f>
              <c:multiLvlStrCache>
                <c:ptCount val="184"/>
                <c:lvl>
                  <c:pt idx="0">
                    <c:v>jul/11</c:v>
                  </c:pt>
                  <c:pt idx="1">
                    <c:v>ago/11</c:v>
                  </c:pt>
                  <c:pt idx="2">
                    <c:v>set/11</c:v>
                  </c:pt>
                  <c:pt idx="3">
                    <c:v>out/11</c:v>
                  </c:pt>
                  <c:pt idx="4">
                    <c:v>nov/11</c:v>
                  </c:pt>
                  <c:pt idx="5">
                    <c:v>dez/11</c:v>
                  </c:pt>
                  <c:pt idx="6">
                    <c:v>jan/12</c:v>
                  </c:pt>
                  <c:pt idx="7">
                    <c:v>fev/12</c:v>
                  </c:pt>
                  <c:pt idx="8">
                    <c:v>mar/12</c:v>
                  </c:pt>
                  <c:pt idx="9">
                    <c:v>abr/12</c:v>
                  </c:pt>
                  <c:pt idx="10">
                    <c:v>mai/12</c:v>
                  </c:pt>
                  <c:pt idx="11">
                    <c:v>jun/12</c:v>
                  </c:pt>
                  <c:pt idx="12">
                    <c:v>jul/12</c:v>
                  </c:pt>
                  <c:pt idx="13">
                    <c:v>ago/12</c:v>
                  </c:pt>
                  <c:pt idx="14">
                    <c:v>set/12</c:v>
                  </c:pt>
                  <c:pt idx="15">
                    <c:v>out/12</c:v>
                  </c:pt>
                  <c:pt idx="16">
                    <c:v>nov/12</c:v>
                  </c:pt>
                  <c:pt idx="17">
                    <c:v>dez/12</c:v>
                  </c:pt>
                  <c:pt idx="18">
                    <c:v>jan/13</c:v>
                  </c:pt>
                  <c:pt idx="19">
                    <c:v>fev/13</c:v>
                  </c:pt>
                  <c:pt idx="20">
                    <c:v>mar/13</c:v>
                  </c:pt>
                  <c:pt idx="21">
                    <c:v>abr/13</c:v>
                  </c:pt>
                  <c:pt idx="22">
                    <c:v>mai/13</c:v>
                  </c:pt>
                  <c:pt idx="23">
                    <c:v>jun/13</c:v>
                  </c:pt>
                  <c:pt idx="24">
                    <c:v>jul/13</c:v>
                  </c:pt>
                  <c:pt idx="25">
                    <c:v>ago/13</c:v>
                  </c:pt>
                  <c:pt idx="26">
                    <c:v>set/13</c:v>
                  </c:pt>
                  <c:pt idx="27">
                    <c:v>out/13</c:v>
                  </c:pt>
                  <c:pt idx="28">
                    <c:v>nov/13</c:v>
                  </c:pt>
                  <c:pt idx="29">
                    <c:v>dez/13</c:v>
                  </c:pt>
                  <c:pt idx="30">
                    <c:v>jan/14</c:v>
                  </c:pt>
                  <c:pt idx="31">
                    <c:v>fev/14</c:v>
                  </c:pt>
                  <c:pt idx="32">
                    <c:v>mar/14</c:v>
                  </c:pt>
                  <c:pt idx="33">
                    <c:v>abr/14</c:v>
                  </c:pt>
                  <c:pt idx="34">
                    <c:v>mai/14</c:v>
                  </c:pt>
                  <c:pt idx="35">
                    <c:v>jun/14</c:v>
                  </c:pt>
                  <c:pt idx="36">
                    <c:v>jul/14</c:v>
                  </c:pt>
                  <c:pt idx="37">
                    <c:v>ago/14</c:v>
                  </c:pt>
                  <c:pt idx="38">
                    <c:v>set/14</c:v>
                  </c:pt>
                  <c:pt idx="39">
                    <c:v>out/14</c:v>
                  </c:pt>
                  <c:pt idx="40">
                    <c:v>nov/14</c:v>
                  </c:pt>
                  <c:pt idx="41">
                    <c:v>dez/14</c:v>
                  </c:pt>
                  <c:pt idx="42">
                    <c:v>jan/15</c:v>
                  </c:pt>
                  <c:pt idx="43">
                    <c:v>fev/15</c:v>
                  </c:pt>
                  <c:pt idx="44">
                    <c:v>mar/15</c:v>
                  </c:pt>
                  <c:pt idx="45">
                    <c:v>abr/15</c:v>
                  </c:pt>
                  <c:pt idx="46">
                    <c:v>mai/15</c:v>
                  </c:pt>
                  <c:pt idx="47">
                    <c:v>jun/15</c:v>
                  </c:pt>
                  <c:pt idx="48">
                    <c:v>jul/15</c:v>
                  </c:pt>
                  <c:pt idx="49">
                    <c:v>ago/15</c:v>
                  </c:pt>
                  <c:pt idx="50">
                    <c:v>set/15</c:v>
                  </c:pt>
                  <c:pt idx="51">
                    <c:v>out/15</c:v>
                  </c:pt>
                  <c:pt idx="52">
                    <c:v>nov/15</c:v>
                  </c:pt>
                  <c:pt idx="53">
                    <c:v>dez/15</c:v>
                  </c:pt>
                  <c:pt idx="54">
                    <c:v>jan/16</c:v>
                  </c:pt>
                  <c:pt idx="55">
                    <c:v>fev/16</c:v>
                  </c:pt>
                  <c:pt idx="56">
                    <c:v>mar/16</c:v>
                  </c:pt>
                  <c:pt idx="57">
                    <c:v>abr/16</c:v>
                  </c:pt>
                  <c:pt idx="58">
                    <c:v>mai/16</c:v>
                  </c:pt>
                  <c:pt idx="59">
                    <c:v>jun/16</c:v>
                  </c:pt>
                  <c:pt idx="60">
                    <c:v>jul/16</c:v>
                  </c:pt>
                  <c:pt idx="61">
                    <c:v>ago/16</c:v>
                  </c:pt>
                  <c:pt idx="62">
                    <c:v>set/16</c:v>
                  </c:pt>
                  <c:pt idx="63">
                    <c:v>out/16</c:v>
                  </c:pt>
                  <c:pt idx="64">
                    <c:v>nov/16</c:v>
                  </c:pt>
                  <c:pt idx="65">
                    <c:v>dez/16</c:v>
                  </c:pt>
                  <c:pt idx="66">
                    <c:v>jan/17</c:v>
                  </c:pt>
                  <c:pt idx="67">
                    <c:v>fev/17</c:v>
                  </c:pt>
                  <c:pt idx="68">
                    <c:v>mar/17</c:v>
                  </c:pt>
                  <c:pt idx="69">
                    <c:v>abr/17</c:v>
                  </c:pt>
                  <c:pt idx="70">
                    <c:v>mai/17</c:v>
                  </c:pt>
                  <c:pt idx="71">
                    <c:v>jun/17</c:v>
                  </c:pt>
                  <c:pt idx="72">
                    <c:v>jul/17</c:v>
                  </c:pt>
                  <c:pt idx="73">
                    <c:v>ago/17</c:v>
                  </c:pt>
                  <c:pt idx="74">
                    <c:v>set/17</c:v>
                  </c:pt>
                  <c:pt idx="75">
                    <c:v>out/17</c:v>
                  </c:pt>
                  <c:pt idx="76">
                    <c:v>nov/17</c:v>
                  </c:pt>
                  <c:pt idx="77">
                    <c:v>dez/17</c:v>
                  </c:pt>
                  <c:pt idx="78">
                    <c:v>jan/18</c:v>
                  </c:pt>
                  <c:pt idx="79">
                    <c:v>fev/18</c:v>
                  </c:pt>
                  <c:pt idx="80">
                    <c:v>mar/18</c:v>
                  </c:pt>
                  <c:pt idx="81">
                    <c:v>abr/18</c:v>
                  </c:pt>
                  <c:pt idx="82">
                    <c:v>mai/18</c:v>
                  </c:pt>
                  <c:pt idx="83">
                    <c:v>jun/18</c:v>
                  </c:pt>
                  <c:pt idx="84">
                    <c:v>jul/18</c:v>
                  </c:pt>
                  <c:pt idx="85">
                    <c:v>ago/18</c:v>
                  </c:pt>
                  <c:pt idx="86">
                    <c:v>set/18</c:v>
                  </c:pt>
                  <c:pt idx="87">
                    <c:v>out/18</c:v>
                  </c:pt>
                  <c:pt idx="88">
                    <c:v>nov/18</c:v>
                  </c:pt>
                  <c:pt idx="89">
                    <c:v>dez/18</c:v>
                  </c:pt>
                  <c:pt idx="90">
                    <c:v>jan/19</c:v>
                  </c:pt>
                  <c:pt idx="91">
                    <c:v>fev/19</c:v>
                  </c:pt>
                  <c:pt idx="92">
                    <c:v>mar/19</c:v>
                  </c:pt>
                  <c:pt idx="93">
                    <c:v>abr/19</c:v>
                  </c:pt>
                  <c:pt idx="94">
                    <c:v>mai/19</c:v>
                  </c:pt>
                  <c:pt idx="95">
                    <c:v>jun/19</c:v>
                  </c:pt>
                  <c:pt idx="96">
                    <c:v>jul/19</c:v>
                  </c:pt>
                  <c:pt idx="97">
                    <c:v>ago/19</c:v>
                  </c:pt>
                  <c:pt idx="98">
                    <c:v>set/19</c:v>
                  </c:pt>
                  <c:pt idx="99">
                    <c:v>out/19</c:v>
                  </c:pt>
                  <c:pt idx="100">
                    <c:v>nov/19</c:v>
                  </c:pt>
                  <c:pt idx="101">
                    <c:v>dez/19</c:v>
                  </c:pt>
                  <c:pt idx="102">
                    <c:v>jan/20</c:v>
                  </c:pt>
                  <c:pt idx="103">
                    <c:v>fev/20</c:v>
                  </c:pt>
                  <c:pt idx="104">
                    <c:v>mar/20</c:v>
                  </c:pt>
                  <c:pt idx="105">
                    <c:v>abr/20</c:v>
                  </c:pt>
                  <c:pt idx="106">
                    <c:v>mai/20</c:v>
                  </c:pt>
                  <c:pt idx="107">
                    <c:v>jun/20</c:v>
                  </c:pt>
                  <c:pt idx="108">
                    <c:v>jul/20</c:v>
                  </c:pt>
                  <c:pt idx="109">
                    <c:v>ago/20</c:v>
                  </c:pt>
                  <c:pt idx="110">
                    <c:v>set/20</c:v>
                  </c:pt>
                  <c:pt idx="111">
                    <c:v>out/20</c:v>
                  </c:pt>
                  <c:pt idx="112">
                    <c:v>nov/20</c:v>
                  </c:pt>
                  <c:pt idx="113">
                    <c:v>dez/20</c:v>
                  </c:pt>
                  <c:pt idx="114">
                    <c:v>jan/21</c:v>
                  </c:pt>
                  <c:pt idx="115">
                    <c:v>fev/21</c:v>
                  </c:pt>
                  <c:pt idx="116">
                    <c:v>mar/21</c:v>
                  </c:pt>
                  <c:pt idx="117">
                    <c:v>abr/21</c:v>
                  </c:pt>
                  <c:pt idx="118">
                    <c:v>mai/21</c:v>
                  </c:pt>
                  <c:pt idx="119">
                    <c:v>jun/21</c:v>
                  </c:pt>
                  <c:pt idx="120">
                    <c:v>jul/21</c:v>
                  </c:pt>
                  <c:pt idx="121">
                    <c:v>ago/21</c:v>
                  </c:pt>
                  <c:pt idx="122">
                    <c:v>set/21</c:v>
                  </c:pt>
                  <c:pt idx="123">
                    <c:v>out/21</c:v>
                  </c:pt>
                  <c:pt idx="124">
                    <c:v>nov/21</c:v>
                  </c:pt>
                  <c:pt idx="125">
                    <c:v>dez/21</c:v>
                  </c:pt>
                  <c:pt idx="126">
                    <c:v>jan/22</c:v>
                  </c:pt>
                  <c:pt idx="127">
                    <c:v>fev/22</c:v>
                  </c:pt>
                  <c:pt idx="128">
                    <c:v>mar/22</c:v>
                  </c:pt>
                  <c:pt idx="129">
                    <c:v>abr/22</c:v>
                  </c:pt>
                  <c:pt idx="130">
                    <c:v>mai/22</c:v>
                  </c:pt>
                  <c:pt idx="131">
                    <c:v>jun/22</c:v>
                  </c:pt>
                  <c:pt idx="132">
                    <c:v>jul/22</c:v>
                  </c:pt>
                  <c:pt idx="133">
                    <c:v>ago/22</c:v>
                  </c:pt>
                  <c:pt idx="134">
                    <c:v>set/22</c:v>
                  </c:pt>
                  <c:pt idx="135">
                    <c:v>out/22</c:v>
                  </c:pt>
                  <c:pt idx="136">
                    <c:v>nov/22</c:v>
                  </c:pt>
                  <c:pt idx="137">
                    <c:v>dez/22</c:v>
                  </c:pt>
                  <c:pt idx="138">
                    <c:v>jan/23</c:v>
                  </c:pt>
                  <c:pt idx="139">
                    <c:v>fev/23</c:v>
                  </c:pt>
                  <c:pt idx="140">
                    <c:v>mar/23</c:v>
                  </c:pt>
                  <c:pt idx="141">
                    <c:v>abr/23</c:v>
                  </c:pt>
                  <c:pt idx="142">
                    <c:v>mai/23</c:v>
                  </c:pt>
                  <c:pt idx="143">
                    <c:v>jun/23</c:v>
                  </c:pt>
                  <c:pt idx="144">
                    <c:v>jul/23</c:v>
                  </c:pt>
                  <c:pt idx="145">
                    <c:v>ago/23</c:v>
                  </c:pt>
                  <c:pt idx="146">
                    <c:v>set/23</c:v>
                  </c:pt>
                  <c:pt idx="147">
                    <c:v>out/23</c:v>
                  </c:pt>
                  <c:pt idx="148">
                    <c:v>nov/23</c:v>
                  </c:pt>
                  <c:pt idx="149">
                    <c:v>dez/23</c:v>
                  </c:pt>
                  <c:pt idx="150">
                    <c:v>jan/24</c:v>
                  </c:pt>
                  <c:pt idx="151">
                    <c:v>fev/24</c:v>
                  </c:pt>
                  <c:pt idx="152">
                    <c:v>mar/24</c:v>
                  </c:pt>
                  <c:pt idx="153">
                    <c:v>abr/24</c:v>
                  </c:pt>
                  <c:pt idx="154">
                    <c:v>mai/24</c:v>
                  </c:pt>
                  <c:pt idx="155">
                    <c:v>jun/24</c:v>
                  </c:pt>
                  <c:pt idx="156">
                    <c:v>jul/24</c:v>
                  </c:pt>
                  <c:pt idx="157">
                    <c:v>ago/24</c:v>
                  </c:pt>
                  <c:pt idx="158">
                    <c:v>set/24</c:v>
                  </c:pt>
                  <c:pt idx="159">
                    <c:v>out/24</c:v>
                  </c:pt>
                  <c:pt idx="160">
                    <c:v>nov/24</c:v>
                  </c:pt>
                  <c:pt idx="161">
                    <c:v>dez/24</c:v>
                  </c:pt>
                  <c:pt idx="162">
                    <c:v>jan/25</c:v>
                  </c:pt>
                  <c:pt idx="163">
                    <c:v>fev/25</c:v>
                  </c:pt>
                  <c:pt idx="164">
                    <c:v>mar/25</c:v>
                  </c:pt>
                  <c:pt idx="165">
                    <c:v>abr/25</c:v>
                  </c:pt>
                  <c:pt idx="166">
                    <c:v>mai/25</c:v>
                  </c:pt>
                  <c:pt idx="167">
                    <c:v>jun/25</c:v>
                  </c:pt>
                  <c:pt idx="168">
                    <c:v>jul/25</c:v>
                  </c:pt>
                  <c:pt idx="169">
                    <c:v>ago/25</c:v>
                  </c:pt>
                  <c:pt idx="170">
                    <c:v>set/25</c:v>
                  </c:pt>
                  <c:pt idx="171">
                    <c:v>out/25</c:v>
                  </c:pt>
                  <c:pt idx="172">
                    <c:v>nov/25</c:v>
                  </c:pt>
                  <c:pt idx="173">
                    <c:v>dez/25</c:v>
                  </c:pt>
                  <c:pt idx="174">
                    <c:v>jan/26</c:v>
                  </c:pt>
                  <c:pt idx="175">
                    <c:v>fev/26</c:v>
                  </c:pt>
                  <c:pt idx="176">
                    <c:v>mar/26</c:v>
                  </c:pt>
                  <c:pt idx="177">
                    <c:v>abr/26</c:v>
                  </c:pt>
                  <c:pt idx="178">
                    <c:v>mai/26</c:v>
                  </c:pt>
                  <c:pt idx="179">
                    <c:v>jun/26</c:v>
                  </c:pt>
                  <c:pt idx="180">
                    <c:v>jul/26</c:v>
                  </c:pt>
                  <c:pt idx="181">
                    <c:v>ago/26</c:v>
                  </c:pt>
                  <c:pt idx="182">
                    <c:v>set/26</c:v>
                  </c:pt>
                  <c:pt idx="183">
                    <c:v>out/26</c:v>
                  </c:pt>
                </c:lvl>
              </c:multiLvlStrCache>
            </c:multiLvlStrRef>
          </c:cat>
          <c:val>
            <c:numRef>
              <c:f>Sheet1!$B$2:$B$185</c:f>
              <c:numCache>
                <c:formatCode>General</c:formatCode>
                <c:ptCount val="184"/>
                <c:pt idx="0">
                  <c:v>0.2528</c:v>
                </c:pt>
                <c:pt idx="1">
                  <c:v>0.3639</c:v>
                </c:pt>
                <c:pt idx="2">
                  <c:v>0.3294</c:v>
                </c:pt>
                <c:pt idx="3">
                  <c:v>0.2979</c:v>
                </c:pt>
                <c:pt idx="4">
                  <c:v>0.2675</c:v>
                </c:pt>
                <c:pt idx="5">
                  <c:v>0.2424</c:v>
                </c:pt>
                <c:pt idx="6">
                  <c:v>0.2259</c:v>
                </c:pt>
                <c:pt idx="7">
                  <c:v>0.1942</c:v>
                </c:pt>
                <c:pt idx="8">
                  <c:v>0.2037</c:v>
                </c:pt>
                <c:pt idx="9">
                  <c:v>0.1991</c:v>
                </c:pt>
                <c:pt idx="10">
                  <c:v>0.2283</c:v>
                </c:pt>
                <c:pt idx="11">
                  <c:v>0.252</c:v>
                </c:pt>
                <c:pt idx="12">
                  <c:v>0.2583</c:v>
                </c:pt>
                <c:pt idx="13">
                  <c:v>0.2571</c:v>
                </c:pt>
                <c:pt idx="14">
                  <c:v>0.2165</c:v>
                </c:pt>
                <c:pt idx="15">
                  <c:v>0.187</c:v>
                </c:pt>
                <c:pt idx="16">
                  <c:v>0.2044</c:v>
                </c:pt>
                <c:pt idx="17">
                  <c:v>0.1904</c:v>
                </c:pt>
                <c:pt idx="18">
                  <c:v>0.1769</c:v>
                </c:pt>
                <c:pt idx="19">
                  <c:v>0.1698</c:v>
                </c:pt>
                <c:pt idx="20">
                  <c:v>0.1821</c:v>
                </c:pt>
                <c:pt idx="21">
                  <c:v>0.2036</c:v>
                </c:pt>
                <c:pt idx="22">
                  <c:v>0.1871</c:v>
                </c:pt>
                <c:pt idx="23">
                  <c:v>0.2363</c:v>
                </c:pt>
                <c:pt idx="24">
                  <c:v>0.2612</c:v>
                </c:pt>
                <c:pt idx="25">
                  <c:v>0.2303</c:v>
                </c:pt>
                <c:pt idx="26">
                  <c:v>0.2275</c:v>
                </c:pt>
                <c:pt idx="27">
                  <c:v>0.2044</c:v>
                </c:pt>
                <c:pt idx="28">
                  <c:v>0.1977</c:v>
                </c:pt>
                <c:pt idx="29">
                  <c:v>0.1936</c:v>
                </c:pt>
                <c:pt idx="30">
                  <c:v>0.1833</c:v>
                </c:pt>
                <c:pt idx="31">
                  <c:v>0.2074</c:v>
                </c:pt>
                <c:pt idx="32">
                  <c:v>0.203</c:v>
                </c:pt>
                <c:pt idx="33">
                  <c:v>0.2164</c:v>
                </c:pt>
                <c:pt idx="34">
                  <c:v>0.1937</c:v>
                </c:pt>
                <c:pt idx="35">
                  <c:v>0.1969</c:v>
                </c:pt>
                <c:pt idx="36">
                  <c:v>0.1776</c:v>
                </c:pt>
                <c:pt idx="37">
                  <c:v>0.1853</c:v>
                </c:pt>
                <c:pt idx="38">
                  <c:v>0.2131</c:v>
                </c:pt>
                <c:pt idx="39">
                  <c:v>0.3369</c:v>
                </c:pt>
                <c:pt idx="40">
                  <c:v>0.3398</c:v>
                </c:pt>
                <c:pt idx="41">
                  <c:v>0.3163</c:v>
                </c:pt>
                <c:pt idx="42">
                  <c:v>0.2832</c:v>
                </c:pt>
                <c:pt idx="43">
                  <c:v>0.243</c:v>
                </c:pt>
                <c:pt idx="44">
                  <c:v>0.2142</c:v>
                </c:pt>
                <c:pt idx="45">
                  <c:v>0.2132</c:v>
                </c:pt>
                <c:pt idx="46">
                  <c:v>0.2015</c:v>
                </c:pt>
                <c:pt idx="47">
                  <c:v>0.1991</c:v>
                </c:pt>
                <c:pt idx="48">
                  <c:v>0.1855</c:v>
                </c:pt>
                <c:pt idx="49">
                  <c:v>0.219</c:v>
                </c:pt>
                <c:pt idx="50">
                  <c:v>0.2597</c:v>
                </c:pt>
                <c:pt idx="51">
                  <c:v>0.2543</c:v>
                </c:pt>
                <c:pt idx="52">
                  <c:v>0.2506</c:v>
                </c:pt>
                <c:pt idx="53">
                  <c:v>0.2585</c:v>
                </c:pt>
                <c:pt idx="54">
                  <c:v>0.2443</c:v>
                </c:pt>
                <c:pt idx="55">
                  <c:v>0.3071</c:v>
                </c:pt>
                <c:pt idx="56">
                  <c:v>0.341</c:v>
                </c:pt>
                <c:pt idx="57">
                  <c:v>0.3172</c:v>
                </c:pt>
                <c:pt idx="58">
                  <c:v>0.27</c:v>
                </c:pt>
                <c:pt idx="59">
                  <c:v>0.236</c:v>
                </c:pt>
                <c:pt idx="60">
                  <c:v>0.2202</c:v>
                </c:pt>
                <c:pt idx="61">
                  <c:v>0.1812</c:v>
                </c:pt>
                <c:pt idx="62">
                  <c:v>0.213</c:v>
                </c:pt>
                <c:pt idx="63">
                  <c:v>0.1933</c:v>
                </c:pt>
                <c:pt idx="64">
                  <c:v>0.2471</c:v>
                </c:pt>
                <c:pt idx="65">
                  <c:v>0.2584</c:v>
                </c:pt>
                <c:pt idx="66">
                  <c:v>0.2167</c:v>
                </c:pt>
                <c:pt idx="67">
                  <c:v>0.1905</c:v>
                </c:pt>
                <c:pt idx="68">
                  <c:v>0.2025</c:v>
                </c:pt>
                <c:pt idx="69">
                  <c:v>0.1904</c:v>
                </c:pt>
                <c:pt idx="70">
                  <c:v>0.2605</c:v>
                </c:pt>
                <c:pt idx="71">
                  <c:v>0.2448</c:v>
                </c:pt>
                <c:pt idx="72">
                  <c:v>0.1745</c:v>
                </c:pt>
                <c:pt idx="73">
                  <c:v>0.155</c:v>
                </c:pt>
                <c:pt idx="74">
                  <c:v>0.1547</c:v>
                </c:pt>
                <c:pt idx="75">
                  <c:v>0.1656</c:v>
                </c:pt>
                <c:pt idx="76">
                  <c:v>0.196</c:v>
                </c:pt>
                <c:pt idx="77">
                  <c:v>0.1823</c:v>
                </c:pt>
                <c:pt idx="78">
                  <c:v>0.1751</c:v>
                </c:pt>
                <c:pt idx="79">
                  <c:v>0.2234</c:v>
                </c:pt>
                <c:pt idx="80">
                  <c:v>0.181</c:v>
                </c:pt>
                <c:pt idx="81">
                  <c:v>0.1789</c:v>
                </c:pt>
                <c:pt idx="82">
                  <c:v>0.205</c:v>
                </c:pt>
                <c:pt idx="83">
                  <c:v>0.2571</c:v>
                </c:pt>
                <c:pt idx="84">
                  <c:v>0.2096</c:v>
                </c:pt>
                <c:pt idx="85">
                  <c:v>0.2106</c:v>
                </c:pt>
                <c:pt idx="86">
                  <c:v>0.2227</c:v>
                </c:pt>
                <c:pt idx="87">
                  <c:v>0.2653</c:v>
                </c:pt>
                <c:pt idx="88">
                  <c:v>0.2596</c:v>
                </c:pt>
                <c:pt idx="89">
                  <c:v>0.2116</c:v>
                </c:pt>
                <c:pt idx="90">
                  <c:v>0.2045</c:v>
                </c:pt>
                <c:pt idx="91">
                  <c:v>0.2089</c:v>
                </c:pt>
                <c:pt idx="92">
                  <c:v>0.2065</c:v>
                </c:pt>
                <c:pt idx="93">
                  <c:v>0.2281</c:v>
                </c:pt>
                <c:pt idx="94">
                  <c:v>0.2011</c:v>
                </c:pt>
                <c:pt idx="95">
                  <c:v>0.1863</c:v>
                </c:pt>
                <c:pt idx="96">
                  <c:v>0.1693</c:v>
                </c:pt>
                <c:pt idx="97">
                  <c:v>0.201</c:v>
                </c:pt>
                <c:pt idx="98">
                  <c:v>0.1878</c:v>
                </c:pt>
                <c:pt idx="99">
                  <c:v>0.1792</c:v>
                </c:pt>
                <c:pt idx="100">
                  <c:v>0.1664</c:v>
                </c:pt>
                <c:pt idx="101">
                  <c:v>0.1525</c:v>
                </c:pt>
                <c:pt idx="102">
                  <c:v>0.1705</c:v>
                </c:pt>
                <c:pt idx="103">
                  <c:v>0.2162</c:v>
                </c:pt>
                <c:pt idx="104">
                  <c:v>0.8009</c:v>
                </c:pt>
                <c:pt idx="105">
                  <c:v>0.7372</c:v>
                </c:pt>
                <c:pt idx="106">
                  <c:v>0.4642</c:v>
                </c:pt>
                <c:pt idx="107">
                  <c:v>0.3265</c:v>
                </c:pt>
                <c:pt idx="108">
                  <c:v>0.2478</c:v>
                </c:pt>
                <c:pt idx="109">
                  <c:v>0.2178</c:v>
                </c:pt>
                <c:pt idx="110">
                  <c:v>0.2252</c:v>
                </c:pt>
                <c:pt idx="111">
                  <c:v>0.2156</c:v>
                </c:pt>
                <c:pt idx="112">
                  <c:v>0.2692</c:v>
                </c:pt>
                <c:pt idx="113">
                  <c:v>0.211</c:v>
                </c:pt>
                <c:pt idx="114">
                  <c:v>0.2003</c:v>
                </c:pt>
                <c:pt idx="115">
                  <c:v>0.2253</c:v>
                </c:pt>
                <c:pt idx="116">
                  <c:v>0.265</c:v>
                </c:pt>
                <c:pt idx="117">
                  <c:v>0.1957</c:v>
                </c:pt>
                <c:pt idx="118">
                  <c:v>0.18</c:v>
                </c:pt>
                <c:pt idx="119">
                  <c:v>0.1564</c:v>
                </c:pt>
                <c:pt idx="120">
                  <c:v>0.1678</c:v>
                </c:pt>
                <c:pt idx="121">
                  <c:v>0.1888</c:v>
                </c:pt>
                <c:pt idx="122">
                  <c:v>0.2298</c:v>
                </c:pt>
                <c:pt idx="123">
                  <c:v>0.2386</c:v>
                </c:pt>
                <c:pt idx="124">
                  <c:v>0.2351</c:v>
                </c:pt>
                <c:pt idx="125">
                  <c:v>0.2274</c:v>
                </c:pt>
                <c:pt idx="126">
                  <c:v>0.1948</c:v>
                </c:pt>
                <c:pt idx="127">
                  <c:v>0.1668</c:v>
                </c:pt>
                <c:pt idx="128">
                  <c:v>0.1971</c:v>
                </c:pt>
                <c:pt idx="129">
                  <c:v>0.186</c:v>
                </c:pt>
                <c:pt idx="130">
                  <c:v>0.2133</c:v>
                </c:pt>
                <c:pt idx="131">
                  <c:v>0.2025</c:v>
                </c:pt>
                <c:pt idx="132">
                  <c:v>0.1927</c:v>
                </c:pt>
                <c:pt idx="133">
                  <c:v>0.1917</c:v>
                </c:pt>
                <c:pt idx="134">
                  <c:v>0.2083</c:v>
                </c:pt>
                <c:pt idx="135">
                  <c:v>0.2594</c:v>
                </c:pt>
                <c:pt idx="136">
                  <c:v>0.2581</c:v>
                </c:pt>
                <c:pt idx="137">
                  <c:v>0.241</c:v>
                </c:pt>
                <c:pt idx="138">
                  <c:v>0.228</c:v>
                </c:pt>
                <c:pt idx="139">
                  <c:v>0.2056</c:v>
                </c:pt>
                <c:pt idx="140">
                  <c:v>0.1918</c:v>
                </c:pt>
                <c:pt idx="141">
                  <c:v>0.2093</c:v>
                </c:pt>
                <c:pt idx="142">
                  <c:v>0.1962</c:v>
                </c:pt>
                <c:pt idx="143">
                  <c:v>0.1811</c:v>
                </c:pt>
                <c:pt idx="144">
                  <c:v>0.1718</c:v>
                </c:pt>
                <c:pt idx="145">
                  <c:v>0.1636</c:v>
                </c:pt>
                <c:pt idx="146">
                  <c:v>0.174</c:v>
                </c:pt>
                <c:pt idx="147">
                  <c:v>0.1711</c:v>
                </c:pt>
                <c:pt idx="148">
                  <c:v>0.1822</c:v>
                </c:pt>
                <c:pt idx="149">
                  <c:v>0.1634</c:v>
                </c:pt>
                <c:pt idx="150">
                  <c:v>0.1536</c:v>
                </c:pt>
                <c:pt idx="151">
                  <c:v>0.1545</c:v>
                </c:pt>
                <c:pt idx="152">
                  <c:v>0.1498</c:v>
                </c:pt>
                <c:pt idx="153">
                  <c:v>0.1468</c:v>
                </c:pt>
                <c:pt idx="154">
                  <c:v>0.1442</c:v>
                </c:pt>
                <c:pt idx="155">
                  <c:v>0.1458</c:v>
                </c:pt>
                <c:pt idx="156">
                  <c:v>0.1364</c:v>
                </c:pt>
                <c:pt idx="157">
                  <c:v>0.1484</c:v>
                </c:pt>
                <c:pt idx="158">
                  <c:v>0.1467</c:v>
                </c:pt>
                <c:pt idx="159">
                  <c:v>0.1437</c:v>
                </c:pt>
                <c:pt idx="160">
                  <c:v>0.1506</c:v>
                </c:pt>
                <c:pt idx="161">
                  <c:v>0.1952</c:v>
                </c:pt>
                <c:pt idx="162">
                  <c:v>0.1914</c:v>
                </c:pt>
                <c:pt idx="163">
                  <c:v>0.1888</c:v>
                </c:pt>
                <c:pt idx="164">
                  <c:v>0.1801</c:v>
                </c:pt>
                <c:pt idx="165">
                  <c:v>0.1997</c:v>
                </c:pt>
                <c:pt idx="166">
                  <c:v>0.1746</c:v>
                </c:pt>
                <c:pt idx="167">
                  <c:v>0.1487</c:v>
                </c:pt>
                <c:pt idx="168">
                  <c:v>0.1546</c:v>
                </c:pt>
                <c:pt idx="169">
                  <c:v>0.1622</c:v>
                </c:pt>
                <c:pt idx="170">
                  <c:v>0.1559</c:v>
                </c:pt>
                <c:pt idx="171">
                  <c:v>0.1414</c:v>
                </c:pt>
                <c:pt idx="172">
                  <c:v>0.1401</c:v>
                </c:pt>
                <c:pt idx="173">
                  <c:v>0.1924</c:v>
                </c:pt>
                <c:pt idx="174">
                  <c:v>0.187</c:v>
                </c:pt>
                <c:pt idx="175">
                  <c:v>0.2062</c:v>
                </c:pt>
                <c:pt idx="176">
                  <c:v>0.2253</c:v>
                </c:pt>
                <c:pt idx="177">
                  <c:v>0.2075</c:v>
                </c:pt>
                <c:pt idx="178">
                  <c:v>0.1943</c:v>
                </c:pt>
                <c:pt idx="179">
                  <c:v>0.1742</c:v>
                </c:pt>
                <c:pt idx="180">
                  <c:v>0.1732</c:v>
                </c:pt>
                <c:pt idx="181">
                  <c:v>0.1836</c:v>
                </c:pt>
                <c:pt idx="182">
                  <c:v>0.1787</c:v>
                </c:pt>
                <c:pt idx="183">
                  <c:v>0.2662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6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;&quot;−&quot;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Estratégia: pares abertos, média do mês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Pares abertos (média do mês)</c:v>
                </c:pt>
              </c:strCache>
            </c:strRef>
          </c:tx>
          <c:spPr>
            <a:solidFill>
              <a:srgbClr val="7B2F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Sheet1!$A$2:$A$185</c:f>
              <c:multiLvlStrCache>
                <c:ptCount val="184"/>
                <c:lvl>
                  <c:pt idx="0">
                    <c:v>jul/11</c:v>
                  </c:pt>
                  <c:pt idx="1">
                    <c:v>ago/11</c:v>
                  </c:pt>
                  <c:pt idx="2">
                    <c:v>set/11</c:v>
                  </c:pt>
                  <c:pt idx="3">
                    <c:v>out/11</c:v>
                  </c:pt>
                  <c:pt idx="4">
                    <c:v>nov/11</c:v>
                  </c:pt>
                  <c:pt idx="5">
                    <c:v>dez/11</c:v>
                  </c:pt>
                  <c:pt idx="6">
                    <c:v>jan/12</c:v>
                  </c:pt>
                  <c:pt idx="7">
                    <c:v>fev/12</c:v>
                  </c:pt>
                  <c:pt idx="8">
                    <c:v>mar/12</c:v>
                  </c:pt>
                  <c:pt idx="9">
                    <c:v>abr/12</c:v>
                  </c:pt>
                  <c:pt idx="10">
                    <c:v>mai/12</c:v>
                  </c:pt>
                  <c:pt idx="11">
                    <c:v>jun/12</c:v>
                  </c:pt>
                  <c:pt idx="12">
                    <c:v>jul/12</c:v>
                  </c:pt>
                  <c:pt idx="13">
                    <c:v>ago/12</c:v>
                  </c:pt>
                  <c:pt idx="14">
                    <c:v>set/12</c:v>
                  </c:pt>
                  <c:pt idx="15">
                    <c:v>out/12</c:v>
                  </c:pt>
                  <c:pt idx="16">
                    <c:v>nov/12</c:v>
                  </c:pt>
                  <c:pt idx="17">
                    <c:v>dez/12</c:v>
                  </c:pt>
                  <c:pt idx="18">
                    <c:v>jan/13</c:v>
                  </c:pt>
                  <c:pt idx="19">
                    <c:v>fev/13</c:v>
                  </c:pt>
                  <c:pt idx="20">
                    <c:v>mar/13</c:v>
                  </c:pt>
                  <c:pt idx="21">
                    <c:v>abr/13</c:v>
                  </c:pt>
                  <c:pt idx="22">
                    <c:v>mai/13</c:v>
                  </c:pt>
                  <c:pt idx="23">
                    <c:v>jun/13</c:v>
                  </c:pt>
                  <c:pt idx="24">
                    <c:v>jul/13</c:v>
                  </c:pt>
                  <c:pt idx="25">
                    <c:v>ago/13</c:v>
                  </c:pt>
                  <c:pt idx="26">
                    <c:v>set/13</c:v>
                  </c:pt>
                  <c:pt idx="27">
                    <c:v>out/13</c:v>
                  </c:pt>
                  <c:pt idx="28">
                    <c:v>nov/13</c:v>
                  </c:pt>
                  <c:pt idx="29">
                    <c:v>dez/13</c:v>
                  </c:pt>
                  <c:pt idx="30">
                    <c:v>jan/14</c:v>
                  </c:pt>
                  <c:pt idx="31">
                    <c:v>fev/14</c:v>
                  </c:pt>
                  <c:pt idx="32">
                    <c:v>mar/14</c:v>
                  </c:pt>
                  <c:pt idx="33">
                    <c:v>abr/14</c:v>
                  </c:pt>
                  <c:pt idx="34">
                    <c:v>mai/14</c:v>
                  </c:pt>
                  <c:pt idx="35">
                    <c:v>jun/14</c:v>
                  </c:pt>
                  <c:pt idx="36">
                    <c:v>jul/14</c:v>
                  </c:pt>
                  <c:pt idx="37">
                    <c:v>ago/14</c:v>
                  </c:pt>
                  <c:pt idx="38">
                    <c:v>set/14</c:v>
                  </c:pt>
                  <c:pt idx="39">
                    <c:v>out/14</c:v>
                  </c:pt>
                  <c:pt idx="40">
                    <c:v>nov/14</c:v>
                  </c:pt>
                  <c:pt idx="41">
                    <c:v>dez/14</c:v>
                  </c:pt>
                  <c:pt idx="42">
                    <c:v>jan/15</c:v>
                  </c:pt>
                  <c:pt idx="43">
                    <c:v>fev/15</c:v>
                  </c:pt>
                  <c:pt idx="44">
                    <c:v>mar/15</c:v>
                  </c:pt>
                  <c:pt idx="45">
                    <c:v>abr/15</c:v>
                  </c:pt>
                  <c:pt idx="46">
                    <c:v>mai/15</c:v>
                  </c:pt>
                  <c:pt idx="47">
                    <c:v>jun/15</c:v>
                  </c:pt>
                  <c:pt idx="48">
                    <c:v>jul/15</c:v>
                  </c:pt>
                  <c:pt idx="49">
                    <c:v>ago/15</c:v>
                  </c:pt>
                  <c:pt idx="50">
                    <c:v>set/15</c:v>
                  </c:pt>
                  <c:pt idx="51">
                    <c:v>out/15</c:v>
                  </c:pt>
                  <c:pt idx="52">
                    <c:v>nov/15</c:v>
                  </c:pt>
                  <c:pt idx="53">
                    <c:v>dez/15</c:v>
                  </c:pt>
                  <c:pt idx="54">
                    <c:v>jan/16</c:v>
                  </c:pt>
                  <c:pt idx="55">
                    <c:v>fev/16</c:v>
                  </c:pt>
                  <c:pt idx="56">
                    <c:v>mar/16</c:v>
                  </c:pt>
                  <c:pt idx="57">
                    <c:v>abr/16</c:v>
                  </c:pt>
                  <c:pt idx="58">
                    <c:v>mai/16</c:v>
                  </c:pt>
                  <c:pt idx="59">
                    <c:v>jun/16</c:v>
                  </c:pt>
                  <c:pt idx="60">
                    <c:v>jul/16</c:v>
                  </c:pt>
                  <c:pt idx="61">
                    <c:v>ago/16</c:v>
                  </c:pt>
                  <c:pt idx="62">
                    <c:v>set/16</c:v>
                  </c:pt>
                  <c:pt idx="63">
                    <c:v>out/16</c:v>
                  </c:pt>
                  <c:pt idx="64">
                    <c:v>nov/16</c:v>
                  </c:pt>
                  <c:pt idx="65">
                    <c:v>dez/16</c:v>
                  </c:pt>
                  <c:pt idx="66">
                    <c:v>jan/17</c:v>
                  </c:pt>
                  <c:pt idx="67">
                    <c:v>fev/17</c:v>
                  </c:pt>
                  <c:pt idx="68">
                    <c:v>mar/17</c:v>
                  </c:pt>
                  <c:pt idx="69">
                    <c:v>abr/17</c:v>
                  </c:pt>
                  <c:pt idx="70">
                    <c:v>mai/17</c:v>
                  </c:pt>
                  <c:pt idx="71">
                    <c:v>jun/17</c:v>
                  </c:pt>
                  <c:pt idx="72">
                    <c:v>jul/17</c:v>
                  </c:pt>
                  <c:pt idx="73">
                    <c:v>ago/17</c:v>
                  </c:pt>
                  <c:pt idx="74">
                    <c:v>set/17</c:v>
                  </c:pt>
                  <c:pt idx="75">
                    <c:v>out/17</c:v>
                  </c:pt>
                  <c:pt idx="76">
                    <c:v>nov/17</c:v>
                  </c:pt>
                  <c:pt idx="77">
                    <c:v>dez/17</c:v>
                  </c:pt>
                  <c:pt idx="78">
                    <c:v>jan/18</c:v>
                  </c:pt>
                  <c:pt idx="79">
                    <c:v>fev/18</c:v>
                  </c:pt>
                  <c:pt idx="80">
                    <c:v>mar/18</c:v>
                  </c:pt>
                  <c:pt idx="81">
                    <c:v>abr/18</c:v>
                  </c:pt>
                  <c:pt idx="82">
                    <c:v>mai/18</c:v>
                  </c:pt>
                  <c:pt idx="83">
                    <c:v>jun/18</c:v>
                  </c:pt>
                  <c:pt idx="84">
                    <c:v>jul/18</c:v>
                  </c:pt>
                  <c:pt idx="85">
                    <c:v>ago/18</c:v>
                  </c:pt>
                  <c:pt idx="86">
                    <c:v>set/18</c:v>
                  </c:pt>
                  <c:pt idx="87">
                    <c:v>out/18</c:v>
                  </c:pt>
                  <c:pt idx="88">
                    <c:v>nov/18</c:v>
                  </c:pt>
                  <c:pt idx="89">
                    <c:v>dez/18</c:v>
                  </c:pt>
                  <c:pt idx="90">
                    <c:v>jan/19</c:v>
                  </c:pt>
                  <c:pt idx="91">
                    <c:v>fev/19</c:v>
                  </c:pt>
                  <c:pt idx="92">
                    <c:v>mar/19</c:v>
                  </c:pt>
                  <c:pt idx="93">
                    <c:v>abr/19</c:v>
                  </c:pt>
                  <c:pt idx="94">
                    <c:v>mai/19</c:v>
                  </c:pt>
                  <c:pt idx="95">
                    <c:v>jun/19</c:v>
                  </c:pt>
                  <c:pt idx="96">
                    <c:v>jul/19</c:v>
                  </c:pt>
                  <c:pt idx="97">
                    <c:v>ago/19</c:v>
                  </c:pt>
                  <c:pt idx="98">
                    <c:v>set/19</c:v>
                  </c:pt>
                  <c:pt idx="99">
                    <c:v>out/19</c:v>
                  </c:pt>
                  <c:pt idx="100">
                    <c:v>nov/19</c:v>
                  </c:pt>
                  <c:pt idx="101">
                    <c:v>dez/19</c:v>
                  </c:pt>
                  <c:pt idx="102">
                    <c:v>jan/20</c:v>
                  </c:pt>
                  <c:pt idx="103">
                    <c:v>fev/20</c:v>
                  </c:pt>
                  <c:pt idx="104">
                    <c:v>mar/20</c:v>
                  </c:pt>
                  <c:pt idx="105">
                    <c:v>abr/20</c:v>
                  </c:pt>
                  <c:pt idx="106">
                    <c:v>mai/20</c:v>
                  </c:pt>
                  <c:pt idx="107">
                    <c:v>jun/20</c:v>
                  </c:pt>
                  <c:pt idx="108">
                    <c:v>jul/20</c:v>
                  </c:pt>
                  <c:pt idx="109">
                    <c:v>ago/20</c:v>
                  </c:pt>
                  <c:pt idx="110">
                    <c:v>set/20</c:v>
                  </c:pt>
                  <c:pt idx="111">
                    <c:v>out/20</c:v>
                  </c:pt>
                  <c:pt idx="112">
                    <c:v>nov/20</c:v>
                  </c:pt>
                  <c:pt idx="113">
                    <c:v>dez/20</c:v>
                  </c:pt>
                  <c:pt idx="114">
                    <c:v>jan/21</c:v>
                  </c:pt>
                  <c:pt idx="115">
                    <c:v>fev/21</c:v>
                  </c:pt>
                  <c:pt idx="116">
                    <c:v>mar/21</c:v>
                  </c:pt>
                  <c:pt idx="117">
                    <c:v>abr/21</c:v>
                  </c:pt>
                  <c:pt idx="118">
                    <c:v>mai/21</c:v>
                  </c:pt>
                  <c:pt idx="119">
                    <c:v>jun/21</c:v>
                  </c:pt>
                  <c:pt idx="120">
                    <c:v>jul/21</c:v>
                  </c:pt>
                  <c:pt idx="121">
                    <c:v>ago/21</c:v>
                  </c:pt>
                  <c:pt idx="122">
                    <c:v>set/21</c:v>
                  </c:pt>
                  <c:pt idx="123">
                    <c:v>out/21</c:v>
                  </c:pt>
                  <c:pt idx="124">
                    <c:v>nov/21</c:v>
                  </c:pt>
                  <c:pt idx="125">
                    <c:v>dez/21</c:v>
                  </c:pt>
                  <c:pt idx="126">
                    <c:v>jan/22</c:v>
                  </c:pt>
                  <c:pt idx="127">
                    <c:v>fev/22</c:v>
                  </c:pt>
                  <c:pt idx="128">
                    <c:v>mar/22</c:v>
                  </c:pt>
                  <c:pt idx="129">
                    <c:v>abr/22</c:v>
                  </c:pt>
                  <c:pt idx="130">
                    <c:v>mai/22</c:v>
                  </c:pt>
                  <c:pt idx="131">
                    <c:v>jun/22</c:v>
                  </c:pt>
                  <c:pt idx="132">
                    <c:v>jul/22</c:v>
                  </c:pt>
                  <c:pt idx="133">
                    <c:v>ago/22</c:v>
                  </c:pt>
                  <c:pt idx="134">
                    <c:v>set/22</c:v>
                  </c:pt>
                  <c:pt idx="135">
                    <c:v>out/22</c:v>
                  </c:pt>
                  <c:pt idx="136">
                    <c:v>nov/22</c:v>
                  </c:pt>
                  <c:pt idx="137">
                    <c:v>dez/22</c:v>
                  </c:pt>
                  <c:pt idx="138">
                    <c:v>jan/23</c:v>
                  </c:pt>
                  <c:pt idx="139">
                    <c:v>fev/23</c:v>
                  </c:pt>
                  <c:pt idx="140">
                    <c:v>mar/23</c:v>
                  </c:pt>
                  <c:pt idx="141">
                    <c:v>abr/23</c:v>
                  </c:pt>
                  <c:pt idx="142">
                    <c:v>mai/23</c:v>
                  </c:pt>
                  <c:pt idx="143">
                    <c:v>jun/23</c:v>
                  </c:pt>
                  <c:pt idx="144">
                    <c:v>jul/23</c:v>
                  </c:pt>
                  <c:pt idx="145">
                    <c:v>ago/23</c:v>
                  </c:pt>
                  <c:pt idx="146">
                    <c:v>set/23</c:v>
                  </c:pt>
                  <c:pt idx="147">
                    <c:v>out/23</c:v>
                  </c:pt>
                  <c:pt idx="148">
                    <c:v>nov/23</c:v>
                  </c:pt>
                  <c:pt idx="149">
                    <c:v>dez/23</c:v>
                  </c:pt>
                  <c:pt idx="150">
                    <c:v>jan/24</c:v>
                  </c:pt>
                  <c:pt idx="151">
                    <c:v>fev/24</c:v>
                  </c:pt>
                  <c:pt idx="152">
                    <c:v>mar/24</c:v>
                  </c:pt>
                  <c:pt idx="153">
                    <c:v>abr/24</c:v>
                  </c:pt>
                  <c:pt idx="154">
                    <c:v>mai/24</c:v>
                  </c:pt>
                  <c:pt idx="155">
                    <c:v>jun/24</c:v>
                  </c:pt>
                  <c:pt idx="156">
                    <c:v>jul/24</c:v>
                  </c:pt>
                  <c:pt idx="157">
                    <c:v>ago/24</c:v>
                  </c:pt>
                  <c:pt idx="158">
                    <c:v>set/24</c:v>
                  </c:pt>
                  <c:pt idx="159">
                    <c:v>out/24</c:v>
                  </c:pt>
                  <c:pt idx="160">
                    <c:v>nov/24</c:v>
                  </c:pt>
                  <c:pt idx="161">
                    <c:v>dez/24</c:v>
                  </c:pt>
                  <c:pt idx="162">
                    <c:v>jan/25</c:v>
                  </c:pt>
                  <c:pt idx="163">
                    <c:v>fev/25</c:v>
                  </c:pt>
                  <c:pt idx="164">
                    <c:v>mar/25</c:v>
                  </c:pt>
                  <c:pt idx="165">
                    <c:v>abr/25</c:v>
                  </c:pt>
                  <c:pt idx="166">
                    <c:v>mai/25</c:v>
                  </c:pt>
                  <c:pt idx="167">
                    <c:v>jun/25</c:v>
                  </c:pt>
                  <c:pt idx="168">
                    <c:v>jul/25</c:v>
                  </c:pt>
                  <c:pt idx="169">
                    <c:v>ago/25</c:v>
                  </c:pt>
                  <c:pt idx="170">
                    <c:v>set/25</c:v>
                  </c:pt>
                  <c:pt idx="171">
                    <c:v>out/25</c:v>
                  </c:pt>
                  <c:pt idx="172">
                    <c:v>nov/25</c:v>
                  </c:pt>
                  <c:pt idx="173">
                    <c:v>dez/25</c:v>
                  </c:pt>
                  <c:pt idx="174">
                    <c:v>jan/26</c:v>
                  </c:pt>
                  <c:pt idx="175">
                    <c:v>fev/26</c:v>
                  </c:pt>
                  <c:pt idx="176">
                    <c:v>mar/26</c:v>
                  </c:pt>
                  <c:pt idx="177">
                    <c:v>abr/26</c:v>
                  </c:pt>
                  <c:pt idx="178">
                    <c:v>mai/26</c:v>
                  </c:pt>
                  <c:pt idx="179">
                    <c:v>jun/26</c:v>
                  </c:pt>
                  <c:pt idx="180">
                    <c:v>jul/26</c:v>
                  </c:pt>
                  <c:pt idx="181">
                    <c:v>ago/26</c:v>
                  </c:pt>
                  <c:pt idx="182">
                    <c:v>set/26</c:v>
                  </c:pt>
                  <c:pt idx="183">
                    <c:v>out/26</c:v>
                  </c:pt>
                </c:lvl>
              </c:multiLvlStrCache>
            </c:multiLvlStrRef>
          </c:cat>
          <c:val>
            <c:numRef>
              <c:f>Sheet1!$B$2:$B$185</c:f>
              <c:numCache>
                <c:formatCode>General</c:formatCode>
                <c:ptCount val="184"/>
                <c:pt idx="0">
                  <c:v>0</c:v>
                </c:pt>
                <c:pt idx="1">
                  <c:v>0.391</c:v>
                </c:pt>
                <c:pt idx="2">
                  <c:v>0</c:v>
                </c:pt>
                <c:pt idx="3">
                  <c:v>0</c:v>
                </c:pt>
                <c:pt idx="4">
                  <c:v>0.05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0.318</c:v>
                </c:pt>
                <c:pt idx="11">
                  <c:v>0.15</c:v>
                </c:pt>
                <c:pt idx="12">
                  <c:v>0</c:v>
                </c:pt>
                <c:pt idx="13">
                  <c:v>0.13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0.1</c:v>
                </c:pt>
                <c:pt idx="34">
                  <c:v>0.286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0.619</c:v>
                </c:pt>
                <c:pt idx="43">
                  <c:v>0.389</c:v>
                </c:pt>
                <c:pt idx="44">
                  <c:v>0.091</c:v>
                </c:pt>
                <c:pt idx="45">
                  <c:v>0.85</c:v>
                </c:pt>
                <c:pt idx="46">
                  <c:v>0.45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0.048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0.591</c:v>
                </c:pt>
                <c:pt idx="88">
                  <c:v>0</c:v>
                </c:pt>
                <c:pt idx="89">
                  <c:v>0</c:v>
                </c:pt>
                <c:pt idx="90">
                  <c:v>0.143</c:v>
                </c:pt>
                <c:pt idx="91">
                  <c:v>0.3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0.278</c:v>
                </c:pt>
                <c:pt idx="104">
                  <c:v>1.545</c:v>
                </c:pt>
                <c:pt idx="105">
                  <c:v>0.2</c:v>
                </c:pt>
                <c:pt idx="106">
                  <c:v>0.25</c:v>
                </c:pt>
                <c:pt idx="107">
                  <c:v>0.238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0.286</c:v>
                </c:pt>
                <c:pt idx="119">
                  <c:v>0</c:v>
                </c:pt>
                <c:pt idx="120">
                  <c:v>0</c:v>
                </c:pt>
                <c:pt idx="121">
                  <c:v>0.545</c:v>
                </c:pt>
                <c:pt idx="122">
                  <c:v>0</c:v>
                </c:pt>
                <c:pt idx="123">
                  <c:v>0</c:v>
                </c:pt>
                <c:pt idx="124">
                  <c:v>0.25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0.55</c:v>
                </c:pt>
                <c:pt idx="136">
                  <c:v>0.15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0.545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0.4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0.091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0.105</c:v>
                </c:pt>
                <c:pt idx="165">
                  <c:v>0</c:v>
                </c:pt>
                <c:pt idx="166">
                  <c:v>0.571</c:v>
                </c:pt>
                <c:pt idx="167">
                  <c:v>0</c:v>
                </c:pt>
                <c:pt idx="168">
                  <c:v>0</c:v>
                </c:pt>
                <c:pt idx="169">
                  <c:v>0.286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0.136</c:v>
                </c:pt>
                <c:pt idx="177">
                  <c:v>0.25</c:v>
                </c:pt>
                <c:pt idx="178">
                  <c:v>0</c:v>
                </c:pt>
                <c:pt idx="179">
                  <c:v>0.238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0.182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6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;&quot;−&quot;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Episódios de estresse do Cap. 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Excesso da estratégia sobre o CDI</c:v>
                </c:pt>
              </c:strCache>
            </c:strRef>
          </c:tx>
          <c:spPr>
            <a:solidFill>
              <a:srgbClr val="7B2FBE"/>
            </a:solidFill>
            <a:effectLst/>
          </c:spPr>
          <c:invertIfNegative val="0"/>
          <c:dLbls>
            <c:numFmt formatCode="0.0%;&quot;−&quot;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Joesley</c:v>
                  </c:pt>
                  <c:pt idx="1">
                    <c:v>Greve 2018</c:v>
                  </c:pt>
                  <c:pt idx="2">
                    <c:v>Covid-19</c:v>
                  </c:pt>
                  <c:pt idx="3">
                    <c:v>Selic 21-22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0.0061474885821597</c:v>
                </c:pt>
                <c:pt idx="2">
                  <c:v>-0.0362619833814917</c:v>
                </c:pt>
                <c:pt idx="3">
                  <c:v>-0.0054099018469722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Ibovespa</c:v>
                </c:pt>
              </c:strCache>
            </c:strRef>
          </c:tx>
          <c:spPr>
            <a:solidFill>
              <a:srgbClr val="B97400"/>
            </a:solidFill>
            <a:effectLst/>
          </c:spPr>
          <c:invertIfNegative val="0"/>
          <c:dLbls>
            <c:numFmt formatCode="0.0%;&quot;−&quot;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Joesley</c:v>
                  </c:pt>
                  <c:pt idx="1">
                    <c:v>Greve 2018</c:v>
                  </c:pt>
                  <c:pt idx="2">
                    <c:v>Covid-19</c:v>
                  </c:pt>
                  <c:pt idx="3">
                    <c:v>Selic 21-22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-0.0879923008587503</c:v>
                </c:pt>
                <c:pt idx="1">
                  <c:v>-0.2035070105986078</c:v>
                </c:pt>
                <c:pt idx="2">
                  <c:v>-0.4681580884813594</c:v>
                </c:pt>
                <c:pt idx="3">
                  <c:v>-0.2649951061356769</c:v>
                </c:pt>
              </c:numCache>
            </c:numRef>
          </c:val>
        </c:ser>
        <c:dLbls>
          <c:numFmt formatCode="0.0%;&quot;−&quot;0.0%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"/>
          <c:min val="-0.6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;&quot;−&quot;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Sharpe no teste por hipótese (roxo: caso-base)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no teste</c:v>
                </c:pt>
              </c:strCache>
            </c:strRef>
          </c:tx>
          <c:spPr>
            <a:solidFill>
              <a:srgbClr val="A5A9B4"/>
            </a:solidFill>
            <a:effectLst/>
          </c:spPr>
          <c:invertIfNegative val="0"/>
          <c:dLbls>
            <c:numFmt formatCode="0.00;&quot;−&quot;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74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9740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9740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Custo 0,00% por ponta</c:v>
                  </c:pt>
                  <c:pt idx="1">
                    <c:v>Custo 0,10% por ponta</c:v>
                  </c:pt>
                  <c:pt idx="2">
                    <c:v>Custo 0,20% por ponta</c:v>
                  </c:pt>
                  <c:pt idx="3">
                    <c:v>Custo 0,50% por ponta</c:v>
                  </c:pt>
                  <c:pt idx="4">
                    <c:v>Aluguel 0% a.a.</c:v>
                  </c:pt>
                  <c:pt idx="5">
                    <c:v>Aluguel 2% a.a.</c:v>
                  </c:pt>
                  <c:pt idx="6">
                    <c:v>Aluguel 4% a.a.</c:v>
                  </c:pt>
                  <c:pt idx="7">
                    <c:v>Aluguel 8% a.a.</c:v>
                  </c:pt>
                  <c:pt idx="8">
                    <c:v>Ordem no próprio fechamento</c:v>
                  </c:pt>
                  <c:pt idx="9">
                    <c:v>Ordem 1 pregão depois</c:v>
                  </c:pt>
                  <c:pt idx="10">
                    <c:v>Ordem 2 pregões depois</c:v>
                  </c:pt>
                  <c:pt idx="11">
                    <c:v>Caixa conservador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0.3917721987308351</c:v>
                </c:pt>
                <c:pt idx="1">
                  <c:v>0.2861152474774375</c:v>
                </c:pt>
                <c:pt idx="2">
                  <c:v>0.180035553603496</c:v>
                </c:pt>
                <c:pt idx="3">
                  <c:v>-0.1355544483416141</c:v>
                </c:pt>
                <c:pt idx="4">
                  <c:v>0.2941932760094209</c:v>
                </c:pt>
                <c:pt idx="5">
                  <c:v>0.2861152474774375</c:v>
                </c:pt>
                <c:pt idx="6">
                  <c:v>0.2780387258277108</c:v>
                </c:pt>
                <c:pt idx="7">
                  <c:v>0.2618906201703302</c:v>
                </c:pt>
                <c:pt idx="8">
                  <c:v>-0.0047268299113038</c:v>
                </c:pt>
                <c:pt idx="9">
                  <c:v>0.2861152474774375</c:v>
                </c:pt>
                <c:pt idx="10">
                  <c:v>-0.1735385876835833</c:v>
                </c:pt>
                <c:pt idx="11">
                  <c:v>0.2515324141440083</c:v>
                </c:pt>
              </c:numCache>
            </c:numRef>
          </c:val>
        </c:ser>
        <c:dLbls>
          <c:numFmt formatCode="0.00;&quot;−&quot;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4"/>
        </c:scaling>
        <c:delete val="1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;&quot;−&quot;0.0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Excesso sobre o CDI por ano (cinza: treino; roxo: teste)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Excesso sobre o CDI</c:v>
                </c:pt>
              </c:strCache>
            </c:strRef>
          </c:tx>
          <c:spPr>
            <a:solidFill>
              <a:srgbClr val="A5A9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5A9B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cat>
            <c:multiLvlStrRef>
              <c:f>Sheet1!$A$2:$A$17</c:f>
              <c:multiLvlStrCache>
                <c:ptCount val="16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  <c:pt idx="12">
                    <c:v>2023</c:v>
                  </c:pt>
                  <c:pt idx="13">
                    <c:v>2024</c:v>
                  </c:pt>
                  <c:pt idx="14">
                    <c:v>2025</c:v>
                  </c:pt>
                  <c:pt idx="15">
                    <c:v>2026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-0.00444</c:v>
                </c:pt>
                <c:pt idx="1">
                  <c:v>0.01654</c:v>
                </c:pt>
                <c:pt idx="2">
                  <c:v>0</c:v>
                </c:pt>
                <c:pt idx="3">
                  <c:v>0.0082</c:v>
                </c:pt>
                <c:pt idx="4">
                  <c:v>0.01913</c:v>
                </c:pt>
                <c:pt idx="5">
                  <c:v>0</c:v>
                </c:pt>
                <c:pt idx="6">
                  <c:v>0</c:v>
                </c:pt>
                <c:pt idx="7">
                  <c:v>0.00284</c:v>
                </c:pt>
                <c:pt idx="8">
                  <c:v>-0.00015</c:v>
                </c:pt>
                <c:pt idx="9">
                  <c:v>-0.00244</c:v>
                </c:pt>
                <c:pt idx="10">
                  <c:v>-0.00527</c:v>
                </c:pt>
                <c:pt idx="11">
                  <c:v>0.00512</c:v>
                </c:pt>
                <c:pt idx="12">
                  <c:v>-0.00929</c:v>
                </c:pt>
                <c:pt idx="13">
                  <c:v>0.0026</c:v>
                </c:pt>
                <c:pt idx="14">
                  <c:v>0.00267</c:v>
                </c:pt>
                <c:pt idx="15">
                  <c:v>0.04791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;&quot;−&quot;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Sharpe de 200 seleções sorteadas (roxo: estratégia)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Carteiras sorteadas</c:v>
                </c:pt>
              </c:strCache>
            </c:strRef>
          </c:tx>
          <c:spPr>
            <a:solidFill>
              <a:srgbClr val="C7CA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7B2FBE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C7CAD1"/>
              </a:solidFill>
              <a:effectLst/>
            </c:spPr>
          </c:dPt>
          <c:cat>
            <c:multiLvlStrRef>
              <c:f>Sheet1!$A$2:$A$25</c:f>
              <c:multiLvlStrCache>
                <c:ptCount val="24"/>
                <c:lvl>
                  <c:pt idx="0">
                    <c:v>−1,6</c:v>
                  </c:pt>
                  <c:pt idx="1">
                    <c:v>−1,5</c:v>
                  </c:pt>
                  <c:pt idx="2">
                    <c:v>−1,4</c:v>
                  </c:pt>
                  <c:pt idx="3">
                    <c:v>−1,3</c:v>
                  </c:pt>
                  <c:pt idx="4">
                    <c:v>−1,2</c:v>
                  </c:pt>
                  <c:pt idx="5">
                    <c:v>−1,1</c:v>
                  </c:pt>
                  <c:pt idx="6">
                    <c:v>−1,0</c:v>
                  </c:pt>
                  <c:pt idx="7">
                    <c:v>−0,9</c:v>
                  </c:pt>
                  <c:pt idx="8">
                    <c:v>−0,8</c:v>
                  </c:pt>
                  <c:pt idx="9">
                    <c:v>−0,7</c:v>
                  </c:pt>
                  <c:pt idx="10">
                    <c:v>−0,6</c:v>
                  </c:pt>
                  <c:pt idx="11">
                    <c:v>−0,5</c:v>
                  </c:pt>
                  <c:pt idx="12">
                    <c:v>−0,4</c:v>
                  </c:pt>
                  <c:pt idx="13">
                    <c:v>−0,3</c:v>
                  </c:pt>
                  <c:pt idx="14">
                    <c:v>−0,2</c:v>
                  </c:pt>
                  <c:pt idx="15">
                    <c:v>−0,1</c:v>
                  </c:pt>
                  <c:pt idx="16">
                    <c:v>0,0</c:v>
                  </c:pt>
                  <c:pt idx="17">
                    <c:v>0,1</c:v>
                  </c:pt>
                  <c:pt idx="18">
                    <c:v>0,2</c:v>
                  </c:pt>
                  <c:pt idx="19">
                    <c:v>0,3</c:v>
                  </c:pt>
                  <c:pt idx="20">
                    <c:v>0,4</c:v>
                  </c:pt>
                  <c:pt idx="21">
                    <c:v>0,5</c:v>
                  </c:pt>
                  <c:pt idx="22">
                    <c:v>0,6</c:v>
                  </c:pt>
                  <c:pt idx="23">
                    <c:v>0,7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3</c:v>
                </c:pt>
                <c:pt idx="11">
                  <c:v>13</c:v>
                </c:pt>
                <c:pt idx="12">
                  <c:v>20</c:v>
                </c:pt>
                <c:pt idx="13">
                  <c:v>43</c:v>
                </c:pt>
                <c:pt idx="14">
                  <c:v>34</c:v>
                </c:pt>
                <c:pt idx="15">
                  <c:v>31</c:v>
                </c:pt>
                <c:pt idx="16">
                  <c:v>27</c:v>
                </c:pt>
                <c:pt idx="17">
                  <c:v>18</c:v>
                </c:pt>
                <c:pt idx="18">
                  <c:v>7</c:v>
                </c:pt>
                <c:pt idx="19">
                  <c:v>3</c:v>
                </c:pt>
                <c:pt idx="20">
                  <c:v>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;&quot;−&quot;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Por semestre: aprovados no Engle-Granger × falsos positivos esperados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Pares com p &lt; 5%</c:v>
                </c:pt>
              </c:strCache>
            </c:strRef>
          </c:tx>
          <c:spPr>
            <a:solidFill>
              <a:srgbClr val="7B2F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2011·2</c:v>
                  </c:pt>
                  <c:pt idx="1">
                    <c:v>2012·1</c:v>
                  </c:pt>
                  <c:pt idx="2">
                    <c:v>2012·2</c:v>
                  </c:pt>
                  <c:pt idx="3">
                    <c:v>2013·1</c:v>
                  </c:pt>
                  <c:pt idx="4">
                    <c:v>2013·2</c:v>
                  </c:pt>
                  <c:pt idx="5">
                    <c:v>2014·1</c:v>
                  </c:pt>
                  <c:pt idx="6">
                    <c:v>2014·2</c:v>
                  </c:pt>
                  <c:pt idx="7">
                    <c:v>2015·1</c:v>
                  </c:pt>
                  <c:pt idx="8">
                    <c:v>2015·2</c:v>
                  </c:pt>
                  <c:pt idx="9">
                    <c:v>2016·1</c:v>
                  </c:pt>
                  <c:pt idx="10">
                    <c:v>2016·2</c:v>
                  </c:pt>
                  <c:pt idx="11">
                    <c:v>2017·1</c:v>
                  </c:pt>
                  <c:pt idx="12">
                    <c:v>2017·2</c:v>
                  </c:pt>
                  <c:pt idx="13">
                    <c:v>2018·1</c:v>
                  </c:pt>
                  <c:pt idx="14">
                    <c:v>2018·2</c:v>
                  </c:pt>
                  <c:pt idx="15">
                    <c:v>2019·1</c:v>
                  </c:pt>
                  <c:pt idx="16">
                    <c:v>2019·2</c:v>
                  </c:pt>
                  <c:pt idx="17">
                    <c:v>2020·1</c:v>
                  </c:pt>
                  <c:pt idx="18">
                    <c:v>2020·2</c:v>
                  </c:pt>
                  <c:pt idx="19">
                    <c:v>2021·1</c:v>
                  </c:pt>
                  <c:pt idx="20">
                    <c:v>2021·2</c:v>
                  </c:pt>
                  <c:pt idx="21">
                    <c:v>2022·1</c:v>
                  </c:pt>
                  <c:pt idx="22">
                    <c:v>2022·2</c:v>
                  </c:pt>
                  <c:pt idx="23">
                    <c:v>2023·1</c:v>
                  </c:pt>
                  <c:pt idx="24">
                    <c:v>2023·2</c:v>
                  </c:pt>
                  <c:pt idx="25">
                    <c:v>2024·1</c:v>
                  </c:pt>
                  <c:pt idx="26">
                    <c:v>2024·2</c:v>
                  </c:pt>
                  <c:pt idx="27">
                    <c:v>2025·1</c:v>
                  </c:pt>
                  <c:pt idx="28">
                    <c:v>2025·2</c:v>
                  </c:pt>
                  <c:pt idx="29">
                    <c:v>2026·1</c:v>
                  </c:pt>
                  <c:pt idx="30">
                    <c:v>2026·2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7</c:v>
                </c:pt>
                <c:pt idx="1">
                  <c:v>8</c:v>
                </c:pt>
                <c:pt idx="2">
                  <c:v>1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  <c:pt idx="6">
                  <c:v>5</c:v>
                </c:pt>
                <c:pt idx="7">
                  <c:v>13</c:v>
                </c:pt>
                <c:pt idx="8">
                  <c:v>10</c:v>
                </c:pt>
                <c:pt idx="9">
                  <c:v>0</c:v>
                </c:pt>
                <c:pt idx="10">
                  <c:v>5</c:v>
                </c:pt>
                <c:pt idx="11">
                  <c:v>6</c:v>
                </c:pt>
                <c:pt idx="12">
                  <c:v>21</c:v>
                </c:pt>
                <c:pt idx="13">
                  <c:v>7</c:v>
                </c:pt>
                <c:pt idx="14">
                  <c:v>3</c:v>
                </c:pt>
                <c:pt idx="15">
                  <c:v>8</c:v>
                </c:pt>
                <c:pt idx="16">
                  <c:v>24</c:v>
                </c:pt>
                <c:pt idx="17">
                  <c:v>45</c:v>
                </c:pt>
                <c:pt idx="18">
                  <c:v>25</c:v>
                </c:pt>
                <c:pt idx="19">
                  <c:v>23</c:v>
                </c:pt>
                <c:pt idx="20">
                  <c:v>13</c:v>
                </c:pt>
                <c:pt idx="21">
                  <c:v>14</c:v>
                </c:pt>
                <c:pt idx="22">
                  <c:v>21</c:v>
                </c:pt>
                <c:pt idx="23">
                  <c:v>17</c:v>
                </c:pt>
                <c:pt idx="24">
                  <c:v>12</c:v>
                </c:pt>
                <c:pt idx="25">
                  <c:v>11</c:v>
                </c:pt>
                <c:pt idx="26">
                  <c:v>25</c:v>
                </c:pt>
                <c:pt idx="27">
                  <c:v>25</c:v>
                </c:pt>
                <c:pt idx="28">
                  <c:v>16</c:v>
                </c:pt>
                <c:pt idx="29">
                  <c:v>12</c:v>
                </c:pt>
                <c:pt idx="30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Falsos positivos esperados (5% dos candidatos)</c:v>
                </c:pt>
              </c:strCache>
            </c:strRef>
          </c:tx>
          <c:spPr>
            <a:solidFill>
              <a:srgbClr val="C7CA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2011·2</c:v>
                  </c:pt>
                  <c:pt idx="1">
                    <c:v>2012·1</c:v>
                  </c:pt>
                  <c:pt idx="2">
                    <c:v>2012·2</c:v>
                  </c:pt>
                  <c:pt idx="3">
                    <c:v>2013·1</c:v>
                  </c:pt>
                  <c:pt idx="4">
                    <c:v>2013·2</c:v>
                  </c:pt>
                  <c:pt idx="5">
                    <c:v>2014·1</c:v>
                  </c:pt>
                  <c:pt idx="6">
                    <c:v>2014·2</c:v>
                  </c:pt>
                  <c:pt idx="7">
                    <c:v>2015·1</c:v>
                  </c:pt>
                  <c:pt idx="8">
                    <c:v>2015·2</c:v>
                  </c:pt>
                  <c:pt idx="9">
                    <c:v>2016·1</c:v>
                  </c:pt>
                  <c:pt idx="10">
                    <c:v>2016·2</c:v>
                  </c:pt>
                  <c:pt idx="11">
                    <c:v>2017·1</c:v>
                  </c:pt>
                  <c:pt idx="12">
                    <c:v>2017·2</c:v>
                  </c:pt>
                  <c:pt idx="13">
                    <c:v>2018·1</c:v>
                  </c:pt>
                  <c:pt idx="14">
                    <c:v>2018·2</c:v>
                  </c:pt>
                  <c:pt idx="15">
                    <c:v>2019·1</c:v>
                  </c:pt>
                  <c:pt idx="16">
                    <c:v>2019·2</c:v>
                  </c:pt>
                  <c:pt idx="17">
                    <c:v>2020·1</c:v>
                  </c:pt>
                  <c:pt idx="18">
                    <c:v>2020·2</c:v>
                  </c:pt>
                  <c:pt idx="19">
                    <c:v>2021·1</c:v>
                  </c:pt>
                  <c:pt idx="20">
                    <c:v>2021·2</c:v>
                  </c:pt>
                  <c:pt idx="21">
                    <c:v>2022·1</c:v>
                  </c:pt>
                  <c:pt idx="22">
                    <c:v>2022·2</c:v>
                  </c:pt>
                  <c:pt idx="23">
                    <c:v>2023·1</c:v>
                  </c:pt>
                  <c:pt idx="24">
                    <c:v>2023·2</c:v>
                  </c:pt>
                  <c:pt idx="25">
                    <c:v>2024·1</c:v>
                  </c:pt>
                  <c:pt idx="26">
                    <c:v>2024·2</c:v>
                  </c:pt>
                  <c:pt idx="27">
                    <c:v>2025·1</c:v>
                  </c:pt>
                  <c:pt idx="28">
                    <c:v>2025·2</c:v>
                  </c:pt>
                  <c:pt idx="29">
                    <c:v>2026·1</c:v>
                  </c:pt>
                  <c:pt idx="30">
                    <c:v>2026·2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2.0500000000000003</c:v>
                </c:pt>
                <c:pt idx="1">
                  <c:v>2.45</c:v>
                </c:pt>
                <c:pt idx="2">
                  <c:v>2.6500000000000004</c:v>
                </c:pt>
                <c:pt idx="3">
                  <c:v>2.6</c:v>
                </c:pt>
                <c:pt idx="4">
                  <c:v>2.75</c:v>
                </c:pt>
                <c:pt idx="5">
                  <c:v>3.2</c:v>
                </c:pt>
                <c:pt idx="6">
                  <c:v>3.1</c:v>
                </c:pt>
                <c:pt idx="7">
                  <c:v>2.9000000000000004</c:v>
                </c:pt>
                <c:pt idx="8">
                  <c:v>2.85</c:v>
                </c:pt>
                <c:pt idx="9">
                  <c:v>2.35</c:v>
                </c:pt>
                <c:pt idx="10">
                  <c:v>2.2</c:v>
                </c:pt>
                <c:pt idx="11">
                  <c:v>2.85</c:v>
                </c:pt>
                <c:pt idx="12">
                  <c:v>3.7</c:v>
                </c:pt>
                <c:pt idx="13">
                  <c:v>4.4</c:v>
                </c:pt>
                <c:pt idx="14">
                  <c:v>4.3</c:v>
                </c:pt>
                <c:pt idx="15">
                  <c:v>4.2</c:v>
                </c:pt>
                <c:pt idx="16">
                  <c:v>5.4</c:v>
                </c:pt>
                <c:pt idx="17">
                  <c:v>7.5</c:v>
                </c:pt>
                <c:pt idx="18">
                  <c:v>8.5</c:v>
                </c:pt>
                <c:pt idx="19">
                  <c:v>8.8</c:v>
                </c:pt>
                <c:pt idx="20">
                  <c:v>8.15</c:v>
                </c:pt>
                <c:pt idx="21">
                  <c:v>7.95</c:v>
                </c:pt>
                <c:pt idx="22">
                  <c:v>7.65</c:v>
                </c:pt>
                <c:pt idx="23">
                  <c:v>7.800000000000001</c:v>
                </c:pt>
                <c:pt idx="24">
                  <c:v>8</c:v>
                </c:pt>
                <c:pt idx="25">
                  <c:v>8.8</c:v>
                </c:pt>
                <c:pt idx="26">
                  <c:v>8.700000000000001</c:v>
                </c:pt>
                <c:pt idx="27">
                  <c:v>8.6</c:v>
                </c:pt>
                <c:pt idx="28">
                  <c:v>8.1</c:v>
                </c:pt>
                <c:pt idx="29">
                  <c:v>8.25</c:v>
                </c:pt>
                <c:pt idx="30">
                  <c:v>7.550000000000001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;&quot;−&quot;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Em uma frase: testamos se pares de ações ligadas da B3 voltam à média o bastante para pagar custos e aluguel acima do CDI, com as regras gravadas no GitHub antes de abrir o período de teste. Adiantar que o veredito vem já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Damos a resposta antes do caminho. A carteira terminou o teste 0,6% ao ano acima do CDI, mas com t de 0,89: a ficha pedia 2. O gráfico mostra onde está o problema: o excesso fica perto de zero de 2020 a 2025 e salta em 2026. O resto da apresentação explica como chegamos aqui e por que não dá para afirmar que a estratégia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etapas, na ordem do enunciado do Núcleo. O ponto metodológico central é o pré-registro: as regras foram gravadas no GitHub antes de qualquer backtest, e o período de teste foi aberto uma vez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tese tem as cinco partes do capítulo 12. O exemplo à direita é o mais intuitivo: a Metalúrgica Gerdau é a holding que controla a Gerdau, então o valor de uma depende da outra. O mecanismo é econômico, não estatístico: choques de liquidez afastam as duas e a arbitragem é cara o bastante para não fechar o desvio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artigos resumem a história. Gatev e coautores acharam até 11% ao ano nos Estados Unidos. Do e Faff mostraram que o lucro caiu depois que a regra ficou conhecida. Caldeira e Moura acharam Sharpe de 1,34 na B3 até 2012. Por isso a ficha já registrava que esperávamos menos, e a conta de poder: com 6,8 anos de teste, t igual a 2 exige uma razão de informação de 0,77.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dados vêm do Yahoo, que é gratuito e tem defeitos conhecidos. Conferimos contra o fechamento oficial da B3 que o livro do Núcleo usa: correlação de pelo menos 0,97 nos retornos diários. A conferência achou a cisão da XPart sem ajuste e uma busca sistemática achou mais quatro eventos artificiais. Também percebemos que o fechamento do Yahoo vem ajustado por grupamentos futuros, o que faria o filtro de preço usar informação do futuro; corrigimos usando o preço da época. Tudo isso foi feito e gravado antes de qualquer backtest.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que responde à pergunta mais importante da banca: alguma decisão foi tomada depois de ver o teste? Não. A ficha foi commitada antes de qualquer backtest. Houve uma emenda, e ela está declarada: depois do treino vimos que o z-score estava mal calibrado e acrescentamos seis variantes, ainda com o teste fechado. Todas as quinze contam como tentativas. Depois disso, escolha e teste, em commits separados, minutos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entra séries temporais. Os log-preços das duas ações têm raiz unitária: o ADF não rejeita e o KPSS rejeita. O retorno é estacionário, como sempre. O ponto do Engle-Granger é que uma combinação dos dois preços, o spread, é estacionária: o ADF rejeita a raiz unitária e o KPSS não rejeita a estacionariedade. A meia-vida de 2,7 pregões diz em quanto tempo metade de um desvio costuma sumir.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etapas. A formação usa só o ano anterior ao semestre e escolhe até dez pares, com limites para não concentrar em uma ação ou um setor. O sinal é recalculado todo pregão com o filtro de Kalman. A carteira executa a ordem no fechamento seguinte, como o enunciado exige, paga custo por ponta e aluguel, e deixa o caixa no CDI.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filtro de Kalman trata beta e alfa como coeficientes que andam devagar. A cada pregão ele prevê o preço de Y com o que sabia até a véspera; o erro dessa previsão, dividido pelo desvio esperado, é o z-score. No exemplo, 3 operações no semestre, 1 com ganho, todas de menos de 1%. É um exemplo honesto do que a estratégia faz: poucas operações curtas e pequenas.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escolha seguiu a regra da ficha: maior Sharpe no treino. Ganhou Kalman δ = 10⁻⁴ com z de 1,5, por 0,004 sobre a segunda colocada. Isso é ruído, e está registrado antes de abrir o teste. Mais importante: o melhor de 15 sorteios sem habilidade nenhuma teria, em média, Sharpe de 0,61 nesse período. O treino sozinho já não distinguia a regra do acaso.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o teste em reais: a linha da estratégia praticamente cobre a do CDI, enquanto o BOVA11 oscila muito mais. O drawdown da estratégia foi de −6,6%, em março de 2020. À direita, só o que a estratégia acrescentou ao CDI desde 2011: 8,5% em quinze anos, com uma subida concentrada em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números importam. O t do excesso mensal no teste é 0,89, longe de 2. O excesso é de 0,60% ao ano, parecido com o do treino. E o beta é praticamente zero, o que confirma a neutralidade prometida. Contra o BOVA11 a estratégia ganha em retorno e em Sharpe no teste, mas isso diz mais sobre o Ibovespa do período do que sobre a regra.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 de uma estratégia que fica quase sempre no caixa é traiçoeiro. O VaR de 95% sai negativo, porque em 93% dos dias a carteira só rende o CDI. O risco aparece quando ela opera: nos dias com posição, o VaR de 99% é de 1,4% do patrimônio. O teste de Kupiec rejeita o VaR histórico porque as perdas chegam em rajadas, nos períodos de crise.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GARCH do Ibovespa mostra a ligação entre a estratégia e o regime de mercado: a carteira abre pares quando a volatilidade explode, como em março de 2020. Nos episódios de estresse do capítulo 6, o excesso sobre o CDI foi de −3,6% no Covid, contra −46,8% do Ibovespa. É neutra ao mercado, mas não imune a crises: elas são justamente quando os spreads se abrem.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que o resultado depende? De execução. Com custo de 0,20% por ponta o Sharpe cai para 0,18; com 0,50%, fica em −0,14. E o atraso: executar no próprio fechamento ou dois pregões depois zera ou inverte o resultado, o que um efeito robusto de reversão não faria. O aluguel quase não pesa, porque a exposição é pequena. À direita, a grade: 10 das 15 variantes perdem para o CDI no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excesso do teste está concentrado. De 2020 a 2025 o t é −0,16: nada. Em 2026 a carteira ganhou 4,8% sobre o CDI, e uma única operação, AMER3 contra MGLU3, rendeu 2,4% do patrimônio, mais da metade dos 4,1% de excesso do teste. A boa notícia vem dos sorteios: a mesma regra em pares sorteados perde do CDI, e a estratégia fica no percentil 98. A seleção por cointegração ajuda; o problema é o que vem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diagnóstico central. Dos pares que passaram no Engle-Granger, só 6% continuam com spread estacionário no semestre seguinte, quase a taxa de falso positivo do próprio teste. E testamos muitos pares por semestre: no treino, 147 aprovações para 54 falsos positivos esperados. A estratégia aposta numa relação que, na maior parte das vezes, já não existe quando a posição é aberta.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Respondendo às quatro perguntas do enunciado. Veredito: inconclusiva, pela regra que escrevemos antes. Significância econômica: pequena; o excesso depende de 2026, de custos baixos e de um atraso específico. Limitações: universo de hoje, dados gratuitos com correções, quinze tentativas. O que faríamos: congelar a regra e acompanhar a partir de novembro, que é o único teste sem nenhuma contaminação, e trocar a seleção por uma que exija estabilidade do spread fora da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reforçando que o repositório reproduz cada número e que a ficha de pré-registro e os commits datados estão públicos. Abrir para perguntas; o apêndice tem respostas curtas, com número, para as perguntas que a banca costuma fazer.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para a fase de perguntas. Cada resposta cabe em trinta segundos e traz um número verificável no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apoio para a fase de perguntas. Cada resposta cabe em trinta segundos e traz um número verificável no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de apoio: mostra que os maiores ganhos e as maiores perdas vêm de poucos episódios, quase todos em março de 2020 e em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Universo completo, para a pergunta sobre viés de sobrevivência: são ações que existem hoje, o que favorece qualquer regra testada nelas.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MF Te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oaoemanuel/git/quant-final-2026-2/slides/assets/lmf_simbolo_p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274320"/>
            <a:ext cx="475488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0"/>
          <p:cNvSpPr/>
          <p:nvPr/>
        </p:nvSpPr>
        <p:spPr>
          <a:xfrm>
            <a:off x="502920" y="6355080"/>
            <a:ext cx="314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</a:t>
            </a:r>
            <a:endParaRPr lang="en-US" sz="1100" dirty="0"/>
          </a:p>
        </p:txBody>
      </p:sp>
      <p:sp>
        <p:nvSpPr>
          <p:cNvPr id="7" name="Text 1"/>
          <p:cNvSpPr/>
          <p:nvPr/>
        </p:nvSpPr>
        <p:spPr>
          <a:xfrm>
            <a:off x="81789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8" name="Text 2"/>
          <p:cNvSpPr/>
          <p:nvPr/>
        </p:nvSpPr>
        <p:spPr>
          <a:xfrm>
            <a:off x="1092210" y="6355080"/>
            <a:ext cx="392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1485021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759341" y="6355080"/>
            <a:ext cx="4808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2240163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2514483" y="6355080"/>
            <a:ext cx="518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03302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307344" y="6355080"/>
            <a:ext cx="331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638687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913007" y="6355080"/>
            <a:ext cx="560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47345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47778" y="6355080"/>
            <a:ext cx="6191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39693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Quant · LMF UFU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MF Dad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oaoemanuel/git/quant-final-2026-2/slides/assets/lmf_simbolo_p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274320"/>
            <a:ext cx="475488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0"/>
          <p:cNvSpPr/>
          <p:nvPr/>
        </p:nvSpPr>
        <p:spPr>
          <a:xfrm>
            <a:off x="502920" y="6355080"/>
            <a:ext cx="299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</a:t>
            </a:r>
            <a:endParaRPr lang="en-US" sz="1100" dirty="0"/>
          </a:p>
        </p:txBody>
      </p:sp>
      <p:sp>
        <p:nvSpPr>
          <p:cNvPr id="7" name="Text 1"/>
          <p:cNvSpPr/>
          <p:nvPr/>
        </p:nvSpPr>
        <p:spPr>
          <a:xfrm>
            <a:off x="8021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8" name="Text 2"/>
          <p:cNvSpPr/>
          <p:nvPr/>
        </p:nvSpPr>
        <p:spPr>
          <a:xfrm>
            <a:off x="1076452" y="6355080"/>
            <a:ext cx="4141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1490637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764957" y="6355080"/>
            <a:ext cx="4808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2245779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2520099" y="6355080"/>
            <a:ext cx="518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03864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312960" y="6355080"/>
            <a:ext cx="331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644303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918623" y="6355080"/>
            <a:ext cx="560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47907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53394" y="6355080"/>
            <a:ext cx="6191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39693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Quant · LMF UFU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MF Mode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oaoemanuel/git/quant-final-2026-2/slides/assets/lmf_simbolo_p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274320"/>
            <a:ext cx="475488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0"/>
          <p:cNvSpPr/>
          <p:nvPr/>
        </p:nvSpPr>
        <p:spPr>
          <a:xfrm>
            <a:off x="502920" y="6355080"/>
            <a:ext cx="299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</a:t>
            </a:r>
            <a:endParaRPr lang="en-US" sz="1100" dirty="0"/>
          </a:p>
        </p:txBody>
      </p:sp>
      <p:sp>
        <p:nvSpPr>
          <p:cNvPr id="7" name="Text 1"/>
          <p:cNvSpPr/>
          <p:nvPr/>
        </p:nvSpPr>
        <p:spPr>
          <a:xfrm>
            <a:off x="8021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8" name="Text 2"/>
          <p:cNvSpPr/>
          <p:nvPr/>
        </p:nvSpPr>
        <p:spPr>
          <a:xfrm>
            <a:off x="1076452" y="6355080"/>
            <a:ext cx="392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1469263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743583" y="6355080"/>
            <a:ext cx="50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225106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2525380" y="6355080"/>
            <a:ext cx="518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043921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318241" y="6355080"/>
            <a:ext cx="331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64958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923904" y="6355080"/>
            <a:ext cx="560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484355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58675" y="6355080"/>
            <a:ext cx="6191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39693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Quant · LMF UFU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MF Backtes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oaoemanuel/git/quant-final-2026-2/slides/assets/lmf_simbolo_p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274320"/>
            <a:ext cx="475488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0"/>
          <p:cNvSpPr/>
          <p:nvPr/>
        </p:nvSpPr>
        <p:spPr>
          <a:xfrm>
            <a:off x="502920" y="6355080"/>
            <a:ext cx="299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</a:t>
            </a:r>
            <a:endParaRPr lang="en-US" sz="1100" dirty="0"/>
          </a:p>
        </p:txBody>
      </p:sp>
      <p:sp>
        <p:nvSpPr>
          <p:cNvPr id="7" name="Text 1"/>
          <p:cNvSpPr/>
          <p:nvPr/>
        </p:nvSpPr>
        <p:spPr>
          <a:xfrm>
            <a:off x="8021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8" name="Text 2"/>
          <p:cNvSpPr/>
          <p:nvPr/>
        </p:nvSpPr>
        <p:spPr>
          <a:xfrm>
            <a:off x="1076452" y="6355080"/>
            <a:ext cx="392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1469263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743583" y="6355080"/>
            <a:ext cx="4808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2224405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2498725" y="6355080"/>
            <a:ext cx="547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046184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320504" y="6355080"/>
            <a:ext cx="331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651847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926167" y="6355080"/>
            <a:ext cx="560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486618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60938" y="6355080"/>
            <a:ext cx="6191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39693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Quant · LMF UFU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MF Ris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oaoemanuel/git/quant-final-2026-2/slides/assets/lmf_simbolo_p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274320"/>
            <a:ext cx="475488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0"/>
          <p:cNvSpPr/>
          <p:nvPr/>
        </p:nvSpPr>
        <p:spPr>
          <a:xfrm>
            <a:off x="502920" y="6355080"/>
            <a:ext cx="299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</a:t>
            </a:r>
            <a:endParaRPr lang="en-US" sz="1100" dirty="0"/>
          </a:p>
        </p:txBody>
      </p:sp>
      <p:sp>
        <p:nvSpPr>
          <p:cNvPr id="7" name="Text 1"/>
          <p:cNvSpPr/>
          <p:nvPr/>
        </p:nvSpPr>
        <p:spPr>
          <a:xfrm>
            <a:off x="8021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8" name="Text 2"/>
          <p:cNvSpPr/>
          <p:nvPr/>
        </p:nvSpPr>
        <p:spPr>
          <a:xfrm>
            <a:off x="1076452" y="6355080"/>
            <a:ext cx="392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1469263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743583" y="6355080"/>
            <a:ext cx="4808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2224405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2498725" y="6355080"/>
            <a:ext cx="518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01726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291586" y="6355080"/>
            <a:ext cx="3490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640615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914935" y="6355080"/>
            <a:ext cx="560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47538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49706" y="6355080"/>
            <a:ext cx="6191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39693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Quant · LMF UFU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MF Robustez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oaoemanuel/git/quant-final-2026-2/slides/assets/lmf_simbolo_p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274320"/>
            <a:ext cx="475488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0"/>
          <p:cNvSpPr/>
          <p:nvPr/>
        </p:nvSpPr>
        <p:spPr>
          <a:xfrm>
            <a:off x="502920" y="6355080"/>
            <a:ext cx="299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</a:t>
            </a:r>
            <a:endParaRPr lang="en-US" sz="1100" dirty="0"/>
          </a:p>
        </p:txBody>
      </p:sp>
      <p:sp>
        <p:nvSpPr>
          <p:cNvPr id="7" name="Text 1"/>
          <p:cNvSpPr/>
          <p:nvPr/>
        </p:nvSpPr>
        <p:spPr>
          <a:xfrm>
            <a:off x="8021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8" name="Text 2"/>
          <p:cNvSpPr/>
          <p:nvPr/>
        </p:nvSpPr>
        <p:spPr>
          <a:xfrm>
            <a:off x="1076452" y="6355080"/>
            <a:ext cx="392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1469263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743583" y="6355080"/>
            <a:ext cx="4808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2224405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2498725" y="6355080"/>
            <a:ext cx="518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01726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291586" y="6355080"/>
            <a:ext cx="331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622929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897249" y="6355080"/>
            <a:ext cx="591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489133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63453" y="6355080"/>
            <a:ext cx="6191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39693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Quant · LMF UFU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MF Conclus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oaoemanuel/git/quant-final-2026-2/slides/assets/lmf_simbolo_p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274320"/>
            <a:ext cx="475488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0"/>
          <p:cNvSpPr/>
          <p:nvPr/>
        </p:nvSpPr>
        <p:spPr>
          <a:xfrm>
            <a:off x="502920" y="6355080"/>
            <a:ext cx="299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</a:t>
            </a:r>
            <a:endParaRPr lang="en-US" sz="1100" dirty="0"/>
          </a:p>
        </p:txBody>
      </p:sp>
      <p:sp>
        <p:nvSpPr>
          <p:cNvPr id="7" name="Text 1"/>
          <p:cNvSpPr/>
          <p:nvPr/>
        </p:nvSpPr>
        <p:spPr>
          <a:xfrm>
            <a:off x="802132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8" name="Text 2"/>
          <p:cNvSpPr/>
          <p:nvPr/>
        </p:nvSpPr>
        <p:spPr>
          <a:xfrm>
            <a:off x="1076452" y="6355080"/>
            <a:ext cx="392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1469263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743583" y="6355080"/>
            <a:ext cx="4808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2224405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2498725" y="6355080"/>
            <a:ext cx="518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017266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291586" y="6355080"/>
            <a:ext cx="331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622929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897249" y="6355080"/>
            <a:ext cx="560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457700" y="6355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732020" y="6355080"/>
            <a:ext cx="6540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39693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Quant · LMF UFU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MF Ger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oaoemanuel/git/quant-final-2026-2/slides/assets/lmf_simbolo_p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274320"/>
            <a:ext cx="475488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0"/>
          <p:cNvSpPr/>
          <p:nvPr/>
        </p:nvSpPr>
        <p:spPr>
          <a:xfrm>
            <a:off x="839693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Quant · LMF UFU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MF Escuro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oaoemanuel/git/quant-final-2026-2/slides/assets/lmf_simbolo_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274320"/>
            <a:ext cx="475488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9A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839693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Quant · LMF UFU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C9A7E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MF Capa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9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Águia de fundo" descr="/home/joaoemanuel/git/quant-final-2026-2/slides/assets/lmf_simbolo_branco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086600" y="914400"/>
            <a:ext cx="4983480" cy="4782312"/>
          </a:xfrm>
          <a:prstGeom prst="rect">
            <a:avLst/>
          </a:prstGeom>
        </p:spPr>
      </p:pic>
      <p:pic>
        <p:nvPicPr>
          <p:cNvPr id="3" name="Marca da Liga" descr="/home/joaoemanuel/git/quant-final-2026-2/slides/assets/lmf_marca_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3566160" cy="548640"/>
          </a:xfrm>
          <a:prstGeom prst="rect">
            <a:avLst/>
          </a:prstGeom>
        </p:spPr>
      </p:pic>
      <p:sp>
        <p:nvSpPr>
          <p:cNvPr id="4" name="Selo do núcleo"/>
          <p:cNvSpPr/>
          <p:nvPr/>
        </p:nvSpPr>
        <p:spPr>
          <a:xfrm>
            <a:off x="548640" y="1965960"/>
            <a:ext cx="5029200" cy="384048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Texto do selo"/>
          <p:cNvSpPr txBox="1"/>
          <p:nvPr/>
        </p:nvSpPr>
        <p:spPr>
          <a:xfrm>
            <a:off x="548640" y="19659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NÚCLEO DE ANÁLISE QUANTITATIVA</a:t>
            </a:r>
            <a:endParaRPr lang="en-US" sz="1300" dirty="0"/>
          </a:p>
        </p:txBody>
      </p:sp>
      <p:sp>
        <p:nvSpPr>
          <p:cNvPr id="6" name="Título"/>
          <p:cNvSpPr txBox="1"/>
          <p:nvPr/>
        </p:nvSpPr>
        <p:spPr>
          <a:xfrm>
            <a:off x="502920" y="2514600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cointegrados na B3</a:t>
            </a:r>
            <a:endParaRPr lang="en-US" sz="5000" dirty="0"/>
          </a:p>
        </p:txBody>
      </p:sp>
      <p:sp>
        <p:nvSpPr>
          <p:cNvPr id="7" name="Subtítulo"/>
          <p:cNvSpPr txBox="1"/>
          <p:nvPr/>
        </p:nvSpPr>
        <p:spPr>
          <a:xfrm>
            <a:off x="502920" y="352044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A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Arbitragem estatística com filtro de Kalman, pré-registrada e testada fora da amostra</a:t>
            </a:r>
            <a:endParaRPr lang="en-US" sz="2200" dirty="0"/>
          </a:p>
        </p:txBody>
      </p:sp>
      <p:sp>
        <p:nvSpPr>
          <p:cNvPr id="8" name="Rodapé da capa"/>
          <p:cNvSpPr txBox="1"/>
          <p:nvPr/>
        </p:nvSpPr>
        <p:spPr>
          <a:xfrm>
            <a:off x="502920" y="5623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final · ciclo 2026.2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de Mercado Financeiro · Universidade Federal de Uberlândia · outubro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cointegrados batem o CDI? </a:t>
            </a:r>
            <a:pPr algn="l" indent="0" marL="0">
              <a:buNone/>
            </a:pPr>
            <a:r>
              <a:rPr lang="en-US" sz="28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Inconclusivo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A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teste (jan/2020 a out/2026), sinal positivo, mas pequeno, concentrado em 2026 e sensível à execução</a:t>
            </a:r>
            <a:endParaRPr lang="en-US" sz="1600" dirty="0"/>
          </a:p>
        </p:txBody>
      </p:sp>
      <p:graphicFrame>
        <p:nvGraphicFramePr>
          <p:cNvPr id="4" name="Gráfico do excesso no teste" descr=""/>
          <p:cNvGraphicFramePr/>
          <p:nvPr/>
        </p:nvGraphicFramePr>
        <p:xfrm>
          <a:off x="502920" y="1508760"/>
          <a:ext cx="6766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 número"/>
          <p:cNvSpPr txBox="1"/>
          <p:nvPr/>
        </p:nvSpPr>
        <p:spPr>
          <a:xfrm>
            <a:off x="7726680" y="14630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0,89</a:t>
            </a:r>
            <a:endParaRPr lang="en-US" sz="3400" dirty="0"/>
          </a:p>
        </p:txBody>
      </p:sp>
      <p:sp>
        <p:nvSpPr>
          <p:cNvPr id="6" name="t rótulo"/>
          <p:cNvSpPr txBox="1"/>
          <p:nvPr/>
        </p:nvSpPr>
        <p:spPr>
          <a:xfrm>
            <a:off x="7726680" y="20665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do excesso mensal; a ficha pedia t ≥ 2 para confirmar</a:t>
            </a:r>
            <a:endParaRPr lang="en-US" sz="1300" dirty="0"/>
          </a:p>
        </p:txBody>
      </p:sp>
      <p:sp>
        <p:nvSpPr>
          <p:cNvPr id="7" name="excesso número"/>
          <p:cNvSpPr txBox="1"/>
          <p:nvPr/>
        </p:nvSpPr>
        <p:spPr>
          <a:xfrm>
            <a:off x="7726680" y="26060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0,6% a.a.</a:t>
            </a:r>
            <a:endParaRPr lang="en-US" sz="3400" dirty="0"/>
          </a:p>
        </p:txBody>
      </p:sp>
      <p:sp>
        <p:nvSpPr>
          <p:cNvPr id="8" name="excesso rótulo"/>
          <p:cNvSpPr txBox="1"/>
          <p:nvPr/>
        </p:nvSpPr>
        <p:spPr>
          <a:xfrm>
            <a:off x="7726680" y="32095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CDI, com 1,7% de exposição bruta média</a:t>
            </a:r>
            <a:endParaRPr lang="en-US" sz="1300" dirty="0"/>
          </a:p>
        </p:txBody>
      </p:sp>
      <p:sp>
        <p:nvSpPr>
          <p:cNvPr id="9" name="sharpe número"/>
          <p:cNvSpPr txBox="1"/>
          <p:nvPr/>
        </p:nvSpPr>
        <p:spPr>
          <a:xfrm>
            <a:off x="7726680" y="37490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0,29 ± 0,39</a:t>
            </a:r>
            <a:endParaRPr lang="en-US" sz="3400" dirty="0"/>
          </a:p>
        </p:txBody>
      </p:sp>
      <p:sp>
        <p:nvSpPr>
          <p:cNvPr id="10" name="sharpe rótulo"/>
          <p:cNvSpPr txBox="1"/>
          <p:nvPr/>
        </p:nvSpPr>
        <p:spPr>
          <a:xfrm>
            <a:off x="7726680" y="43525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erro-padrão de Lo (2002): indistinguível de zero</a:t>
            </a:r>
            <a:endParaRPr lang="en-US" sz="1300" dirty="0"/>
          </a:p>
        </p:txBody>
      </p:sp>
      <p:sp>
        <p:nvSpPr>
          <p:cNvPr id="11" name="Faixa do veredito"/>
          <p:cNvSpPr/>
          <p:nvPr/>
        </p:nvSpPr>
        <p:spPr>
          <a:xfrm>
            <a:off x="502920" y="5760720"/>
            <a:ext cx="11155680" cy="512064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o do veredito"/>
          <p:cNvSpPr txBox="1"/>
          <p:nvPr/>
        </p:nvSpPr>
        <p:spPr>
          <a:xfrm>
            <a:off x="731520" y="576072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da ficha: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≥ 2 confirma; excesso ≤ 0 refuta. Com t = 0,89 e excesso positivo: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Sem 2026, t = −0,16.</a:t>
            </a:r>
            <a:endParaRPr lang="en-US" sz="1500" dirty="0"/>
          </a:p>
        </p:txBody>
      </p:sp>
      <p:sp>
        <p:nvSpPr>
          <p:cNvPr id="13" name="Fonte"/>
          <p:cNvSpPr txBox="1"/>
          <p:nvPr/>
        </p:nvSpPr>
        <p:spPr>
          <a:xfrm>
            <a:off x="502920" y="6355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scripts/l04_teste.py e l05_robustez.py; excesso composto, (1 + estratégia) / (1 + CDI) − 1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C9A7E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caminho: da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obrigatório do Núcleo (Cap. 12): tese, modelo, backtest e resultado, com o teste aberto uma única vez</a:t>
            </a:r>
            <a:endParaRPr lang="en-US" sz="1600" dirty="0"/>
          </a:p>
        </p:txBody>
      </p:sp>
      <p:sp>
        <p:nvSpPr>
          <p:cNvPr id="4" name="Tese círculo"/>
          <p:cNvSpPr/>
          <p:nvPr/>
        </p:nvSpPr>
        <p:spPr>
          <a:xfrm>
            <a:off x="844710" y="1965960"/>
            <a:ext cx="914400" cy="9144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5" name="Tes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166" y="2185416"/>
            <a:ext cx="475488" cy="475488"/>
          </a:xfrm>
          <a:prstGeom prst="rect">
            <a:avLst/>
          </a:prstGeom>
        </p:spPr>
      </p:pic>
      <p:sp>
        <p:nvSpPr>
          <p:cNvPr id="6" name="Tese número"/>
          <p:cNvSpPr txBox="1"/>
          <p:nvPr/>
        </p:nvSpPr>
        <p:spPr>
          <a:xfrm>
            <a:off x="502920" y="306324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se nome"/>
          <p:cNvSpPr txBox="1"/>
          <p:nvPr/>
        </p:nvSpPr>
        <p:spPr>
          <a:xfrm>
            <a:off x="502920" y="3401568"/>
            <a:ext cx="15979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</a:t>
            </a:r>
            <a:endParaRPr lang="en-US" sz="2000" dirty="0"/>
          </a:p>
        </p:txBody>
      </p:sp>
      <p:sp>
        <p:nvSpPr>
          <p:cNvPr id="8" name="Tese descrição"/>
          <p:cNvSpPr txBox="1"/>
          <p:nvPr/>
        </p:nvSpPr>
        <p:spPr>
          <a:xfrm>
            <a:off x="594360" y="3840480"/>
            <a:ext cx="14150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afirmação, mecanismo e critério de refutação</a:t>
            </a:r>
            <a:endParaRPr lang="en-US" sz="1400" dirty="0"/>
          </a:p>
        </p:txBody>
      </p:sp>
      <p:pic>
        <p:nvPicPr>
          <p:cNvPr id="9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027" y="2304288"/>
            <a:ext cx="237744" cy="237744"/>
          </a:xfrm>
          <a:prstGeom prst="rect">
            <a:avLst/>
          </a:prstGeom>
        </p:spPr>
      </p:pic>
      <p:sp>
        <p:nvSpPr>
          <p:cNvPr id="10" name="Dados círculo"/>
          <p:cNvSpPr/>
          <p:nvPr/>
        </p:nvSpPr>
        <p:spPr>
          <a:xfrm>
            <a:off x="2442689" y="1965960"/>
            <a:ext cx="914400" cy="9144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1" name="Dado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145" y="2185416"/>
            <a:ext cx="475488" cy="475488"/>
          </a:xfrm>
          <a:prstGeom prst="rect">
            <a:avLst/>
          </a:prstGeom>
        </p:spPr>
      </p:pic>
      <p:sp>
        <p:nvSpPr>
          <p:cNvPr id="12" name="Dados número"/>
          <p:cNvSpPr txBox="1"/>
          <p:nvPr/>
        </p:nvSpPr>
        <p:spPr>
          <a:xfrm>
            <a:off x="2100899" y="306324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Dados nome"/>
          <p:cNvSpPr txBox="1"/>
          <p:nvPr/>
        </p:nvSpPr>
        <p:spPr>
          <a:xfrm>
            <a:off x="2100899" y="3401568"/>
            <a:ext cx="15979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2000" dirty="0"/>
          </a:p>
        </p:txBody>
      </p:sp>
      <p:sp>
        <p:nvSpPr>
          <p:cNvPr id="14" name="Dados descrição"/>
          <p:cNvSpPr txBox="1"/>
          <p:nvPr/>
        </p:nvSpPr>
        <p:spPr>
          <a:xfrm>
            <a:off x="2192339" y="3840480"/>
            <a:ext cx="14150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anos de B3 conferidos e a ficha de pré‑registro</a:t>
            </a:r>
            <a:endParaRPr lang="en-US" sz="1400" dirty="0"/>
          </a:p>
        </p:txBody>
      </p:sp>
      <p:pic>
        <p:nvPicPr>
          <p:cNvPr id="15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007" y="2304288"/>
            <a:ext cx="237744" cy="237744"/>
          </a:xfrm>
          <a:prstGeom prst="rect">
            <a:avLst/>
          </a:prstGeom>
        </p:spPr>
      </p:pic>
      <p:sp>
        <p:nvSpPr>
          <p:cNvPr id="16" name="Modelo círculo"/>
          <p:cNvSpPr/>
          <p:nvPr/>
        </p:nvSpPr>
        <p:spPr>
          <a:xfrm>
            <a:off x="4040668" y="1965960"/>
            <a:ext cx="914400" cy="9144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7" name="Model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0124" y="2185416"/>
            <a:ext cx="475488" cy="475488"/>
          </a:xfrm>
          <a:prstGeom prst="rect">
            <a:avLst/>
          </a:prstGeom>
        </p:spPr>
      </p:pic>
      <p:sp>
        <p:nvSpPr>
          <p:cNvPr id="18" name="Modelo número"/>
          <p:cNvSpPr txBox="1"/>
          <p:nvPr/>
        </p:nvSpPr>
        <p:spPr>
          <a:xfrm>
            <a:off x="3698879" y="306324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Modelo nome"/>
          <p:cNvSpPr txBox="1"/>
          <p:nvPr/>
        </p:nvSpPr>
        <p:spPr>
          <a:xfrm>
            <a:off x="3698879" y="3401568"/>
            <a:ext cx="15979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2000" dirty="0"/>
          </a:p>
        </p:txBody>
      </p:sp>
      <p:sp>
        <p:nvSpPr>
          <p:cNvPr id="20" name="Modelo descrição"/>
          <p:cNvSpPr txBox="1"/>
          <p:nvPr/>
        </p:nvSpPr>
        <p:spPr>
          <a:xfrm>
            <a:off x="3790319" y="3840480"/>
            <a:ext cx="14150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Engle-Granger, filtro de Kalman e a escolha no treino</a:t>
            </a:r>
            <a:endParaRPr lang="en-US" sz="1400" dirty="0"/>
          </a:p>
        </p:txBody>
      </p:sp>
      <p:pic>
        <p:nvPicPr>
          <p:cNvPr id="21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7986" y="2304288"/>
            <a:ext cx="237744" cy="237744"/>
          </a:xfrm>
          <a:prstGeom prst="rect">
            <a:avLst/>
          </a:prstGeom>
        </p:spPr>
      </p:pic>
      <p:sp>
        <p:nvSpPr>
          <p:cNvPr id="22" name="Backtest círculo"/>
          <p:cNvSpPr/>
          <p:nvPr/>
        </p:nvSpPr>
        <p:spPr>
          <a:xfrm>
            <a:off x="5638648" y="1965960"/>
            <a:ext cx="914400" cy="9144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3" name="Backtest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8104" y="2185416"/>
            <a:ext cx="475488" cy="475488"/>
          </a:xfrm>
          <a:prstGeom prst="rect">
            <a:avLst/>
          </a:prstGeom>
        </p:spPr>
      </p:pic>
      <p:sp>
        <p:nvSpPr>
          <p:cNvPr id="24" name="Backtest número"/>
          <p:cNvSpPr txBox="1"/>
          <p:nvPr/>
        </p:nvSpPr>
        <p:spPr>
          <a:xfrm>
            <a:off x="5296858" y="306324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Backtest nome"/>
          <p:cNvSpPr txBox="1"/>
          <p:nvPr/>
        </p:nvSpPr>
        <p:spPr>
          <a:xfrm>
            <a:off x="5296858" y="3401568"/>
            <a:ext cx="15979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2000" dirty="0"/>
          </a:p>
        </p:txBody>
      </p:sp>
      <p:sp>
        <p:nvSpPr>
          <p:cNvPr id="26" name="Backtest descrição"/>
          <p:cNvSpPr txBox="1"/>
          <p:nvPr/>
        </p:nvSpPr>
        <p:spPr>
          <a:xfrm>
            <a:off x="5388298" y="3840480"/>
            <a:ext cx="14150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capital e métricas obrigatórias</a:t>
            </a:r>
            <a:endParaRPr lang="en-US" sz="1400" dirty="0"/>
          </a:p>
        </p:txBody>
      </p:sp>
      <p:pic>
        <p:nvPicPr>
          <p:cNvPr id="27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5965" y="2304288"/>
            <a:ext cx="237744" cy="237744"/>
          </a:xfrm>
          <a:prstGeom prst="rect">
            <a:avLst/>
          </a:prstGeom>
        </p:spPr>
      </p:pic>
      <p:sp>
        <p:nvSpPr>
          <p:cNvPr id="28" name="Risco círculo"/>
          <p:cNvSpPr/>
          <p:nvPr/>
        </p:nvSpPr>
        <p:spPr>
          <a:xfrm>
            <a:off x="7236627" y="1965960"/>
            <a:ext cx="914400" cy="9144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9" name="Risco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6083" y="2185416"/>
            <a:ext cx="475488" cy="475488"/>
          </a:xfrm>
          <a:prstGeom prst="rect">
            <a:avLst/>
          </a:prstGeom>
        </p:spPr>
      </p:pic>
      <p:sp>
        <p:nvSpPr>
          <p:cNvPr id="30" name="Risco número"/>
          <p:cNvSpPr txBox="1"/>
          <p:nvPr/>
        </p:nvSpPr>
        <p:spPr>
          <a:xfrm>
            <a:off x="6894837" y="306324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Risco nome"/>
          <p:cNvSpPr txBox="1"/>
          <p:nvPr/>
        </p:nvSpPr>
        <p:spPr>
          <a:xfrm>
            <a:off x="6894837" y="3401568"/>
            <a:ext cx="15979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2000" dirty="0"/>
          </a:p>
        </p:txBody>
      </p:sp>
      <p:sp>
        <p:nvSpPr>
          <p:cNvPr id="32" name="Risco descrição"/>
          <p:cNvSpPr txBox="1"/>
          <p:nvPr/>
        </p:nvSpPr>
        <p:spPr>
          <a:xfrm>
            <a:off x="6986277" y="3840480"/>
            <a:ext cx="14150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CVaR, GARCH e estresse</a:t>
            </a:r>
            <a:endParaRPr lang="en-US" sz="1400" dirty="0"/>
          </a:p>
        </p:txBody>
      </p:sp>
      <p:pic>
        <p:nvPicPr>
          <p:cNvPr id="33" name="Seta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3945" y="2304288"/>
            <a:ext cx="237744" cy="237744"/>
          </a:xfrm>
          <a:prstGeom prst="rect">
            <a:avLst/>
          </a:prstGeom>
        </p:spPr>
      </p:pic>
      <p:sp>
        <p:nvSpPr>
          <p:cNvPr id="34" name="Robustez círculo"/>
          <p:cNvSpPr/>
          <p:nvPr/>
        </p:nvSpPr>
        <p:spPr>
          <a:xfrm>
            <a:off x="8834606" y="1965960"/>
            <a:ext cx="914400" cy="9144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35" name="Robustez ícone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4062" y="2185416"/>
            <a:ext cx="475488" cy="475488"/>
          </a:xfrm>
          <a:prstGeom prst="rect">
            <a:avLst/>
          </a:prstGeom>
        </p:spPr>
      </p:pic>
      <p:sp>
        <p:nvSpPr>
          <p:cNvPr id="36" name="Robustez número"/>
          <p:cNvSpPr txBox="1"/>
          <p:nvPr/>
        </p:nvSpPr>
        <p:spPr>
          <a:xfrm>
            <a:off x="8492817" y="306324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Robustez nome"/>
          <p:cNvSpPr txBox="1"/>
          <p:nvPr/>
        </p:nvSpPr>
        <p:spPr>
          <a:xfrm>
            <a:off x="8492817" y="3401568"/>
            <a:ext cx="15979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2000" dirty="0"/>
          </a:p>
        </p:txBody>
      </p:sp>
      <p:sp>
        <p:nvSpPr>
          <p:cNvPr id="38" name="Robustez descrição"/>
          <p:cNvSpPr txBox="1"/>
          <p:nvPr/>
        </p:nvSpPr>
        <p:spPr>
          <a:xfrm>
            <a:off x="8584257" y="3840480"/>
            <a:ext cx="14150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 depende o resultado, e por que falhou</a:t>
            </a:r>
            <a:endParaRPr lang="en-US" sz="1400" dirty="0"/>
          </a:p>
        </p:txBody>
      </p:sp>
      <p:pic>
        <p:nvPicPr>
          <p:cNvPr id="39" name="Seta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1924" y="2304288"/>
            <a:ext cx="237744" cy="237744"/>
          </a:xfrm>
          <a:prstGeom prst="rect">
            <a:avLst/>
          </a:prstGeom>
        </p:spPr>
      </p:pic>
      <p:sp>
        <p:nvSpPr>
          <p:cNvPr id="40" name="Conclusão círculo"/>
          <p:cNvSpPr/>
          <p:nvPr/>
        </p:nvSpPr>
        <p:spPr>
          <a:xfrm>
            <a:off x="10432586" y="1965960"/>
            <a:ext cx="914400" cy="9144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41" name="Conclusão ícone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52042" y="2185416"/>
            <a:ext cx="475488" cy="475488"/>
          </a:xfrm>
          <a:prstGeom prst="rect">
            <a:avLst/>
          </a:prstGeom>
        </p:spPr>
      </p:pic>
      <p:sp>
        <p:nvSpPr>
          <p:cNvPr id="42" name="Conclusão número"/>
          <p:cNvSpPr txBox="1"/>
          <p:nvPr/>
        </p:nvSpPr>
        <p:spPr>
          <a:xfrm>
            <a:off x="10090796" y="306324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3" name="Conclusão nome"/>
          <p:cNvSpPr txBox="1"/>
          <p:nvPr/>
        </p:nvSpPr>
        <p:spPr>
          <a:xfrm>
            <a:off x="10090796" y="3401568"/>
            <a:ext cx="15979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000" dirty="0"/>
          </a:p>
        </p:txBody>
      </p:sp>
      <p:sp>
        <p:nvSpPr>
          <p:cNvPr id="44" name="Conclusão descrição"/>
          <p:cNvSpPr txBox="1"/>
          <p:nvPr/>
        </p:nvSpPr>
        <p:spPr>
          <a:xfrm>
            <a:off x="10182236" y="3840480"/>
            <a:ext cx="14150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veredito, limitações e próximos passos</a:t>
            </a:r>
            <a:endParaRPr lang="en-US" sz="1400" dirty="0"/>
          </a:p>
        </p:txBody>
      </p:sp>
      <p:sp>
        <p:nvSpPr>
          <p:cNvPr id="45" name="Caixa do repositório"/>
          <p:cNvSpPr/>
          <p:nvPr/>
        </p:nvSpPr>
        <p:spPr>
          <a:xfrm>
            <a:off x="502920" y="5029200"/>
            <a:ext cx="11185855" cy="731520"/>
          </a:xfrm>
          <a:prstGeom prst="roundRect">
            <a:avLst>
              <a:gd name="adj" fmla="val 10000"/>
            </a:avLst>
          </a:prstGeom>
          <a:solidFill>
            <a:srgbClr val="F3ECFA"/>
          </a:solidFill>
          <a:ln w="12700">
            <a:solidFill>
              <a:srgbClr val="F3ECFA"/>
            </a:solidFill>
            <a:prstDash val="solid"/>
          </a:ln>
        </p:spPr>
      </p:sp>
      <p:sp>
        <p:nvSpPr>
          <p:cNvPr id="46" name="Texto do repositório"/>
          <p:cNvSpPr txBox="1"/>
          <p:nvPr/>
        </p:nvSpPr>
        <p:spPr>
          <a:xfrm>
            <a:off x="731520" y="5029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reproduzível: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github.com/joaoemanuelzilli/quant-final-2026-2 · dados congelados, versões exatas, testes automáticos do simulador e um commit datado para cada decisão</a:t>
            </a:r>
            <a:endParaRPr lang="en-US" sz="1500" dirty="0"/>
          </a:p>
        </p:txBody>
      </p:sp>
      <p:sp>
        <p:nvSpPr>
          <p:cNvPr id="48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tese: spreads entre ações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ligadas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voltam à média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cinco partes que o Cap. 12 exige de uma tese testável</a:t>
            </a:r>
            <a:endParaRPr lang="en-US" sz="1600" dirty="0"/>
          </a:p>
        </p:txBody>
      </p:sp>
      <p:sp>
        <p:nvSpPr>
          <p:cNvPr id="4" name="Afirmação círculo"/>
          <p:cNvSpPr/>
          <p:nvPr/>
        </p:nvSpPr>
        <p:spPr>
          <a:xfrm>
            <a:off x="502920" y="1508760"/>
            <a:ext cx="566928" cy="56692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5" name="Afirm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1644823"/>
            <a:ext cx="294803" cy="294803"/>
          </a:xfrm>
          <a:prstGeom prst="rect">
            <a:avLst/>
          </a:prstGeom>
        </p:spPr>
      </p:pic>
      <p:sp>
        <p:nvSpPr>
          <p:cNvPr id="6" name="Afirmação texto"/>
          <p:cNvSpPr txBox="1"/>
          <p:nvPr/>
        </p:nvSpPr>
        <p:spPr>
          <a:xfrm>
            <a:off x="1234440" y="1463040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Afirmação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do mesmo setor cointegrados no ano anterior têm spread que volta à média no semestre seguinte; a carteira de soma zero rende acima do CDI.</a:t>
            </a:r>
            <a:endParaRPr lang="en-US" sz="1600" dirty="0"/>
          </a:p>
        </p:txBody>
      </p:sp>
      <p:sp>
        <p:nvSpPr>
          <p:cNvPr id="7" name="Mecanismo círculo"/>
          <p:cNvSpPr/>
          <p:nvPr/>
        </p:nvSpPr>
        <p:spPr>
          <a:xfrm>
            <a:off x="502920" y="2404872"/>
            <a:ext cx="566928" cy="56692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8" name="Mecanism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83" y="2540935"/>
            <a:ext cx="294803" cy="294803"/>
          </a:xfrm>
          <a:prstGeom prst="rect">
            <a:avLst/>
          </a:prstGeom>
        </p:spPr>
      </p:pic>
      <p:sp>
        <p:nvSpPr>
          <p:cNvPr id="9" name="Mecanismo texto"/>
          <p:cNvSpPr txBox="1"/>
          <p:nvPr/>
        </p:nvSpPr>
        <p:spPr>
          <a:xfrm>
            <a:off x="1234440" y="2359152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Choques de liquidez sem informação afastam ações ligadas; quem fornece liquidez é pago. Aluguel e risco limitam a arbitragem.</a:t>
            </a:r>
            <a:endParaRPr lang="en-US" sz="1600" dirty="0"/>
          </a:p>
        </p:txBody>
      </p:sp>
      <p:sp>
        <p:nvSpPr>
          <p:cNvPr id="10" name="Universo círculo"/>
          <p:cNvSpPr/>
          <p:nvPr/>
        </p:nvSpPr>
        <p:spPr>
          <a:xfrm>
            <a:off x="502920" y="3300984"/>
            <a:ext cx="566928" cy="56692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1" name="Univers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3" y="3437047"/>
            <a:ext cx="294803" cy="294803"/>
          </a:xfrm>
          <a:prstGeom prst="rect">
            <a:avLst/>
          </a:prstGeom>
        </p:spPr>
      </p:pic>
      <p:sp>
        <p:nvSpPr>
          <p:cNvPr id="12" name="Universo texto"/>
          <p:cNvSpPr txBox="1"/>
          <p:nvPr/>
        </p:nvSpPr>
        <p:spPr>
          <a:xfrm>
            <a:off x="1234440" y="3255264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ações líquidas da B3 em 15 setores; pares só dentro do mesmo setor.</a:t>
            </a:r>
            <a:endParaRPr lang="en-US" sz="1600" dirty="0"/>
          </a:p>
        </p:txBody>
      </p:sp>
      <p:sp>
        <p:nvSpPr>
          <p:cNvPr id="13" name="Horizonte círculo"/>
          <p:cNvSpPr/>
          <p:nvPr/>
        </p:nvSpPr>
        <p:spPr>
          <a:xfrm>
            <a:off x="502920" y="4197096"/>
            <a:ext cx="566928" cy="56692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4" name="Horizonte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83" y="4333159"/>
            <a:ext cx="294803" cy="294803"/>
          </a:xfrm>
          <a:prstGeom prst="rect">
            <a:avLst/>
          </a:prstGeom>
        </p:spPr>
      </p:pic>
      <p:sp>
        <p:nvSpPr>
          <p:cNvPr id="15" name="Horizonte texto"/>
          <p:cNvSpPr txBox="1"/>
          <p:nvPr/>
        </p:nvSpPr>
        <p:spPr>
          <a:xfrm>
            <a:off x="1234440" y="4151376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de dias a semanas; carteira de pares refeita a cada semestre.</a:t>
            </a:r>
            <a:endParaRPr lang="en-US" sz="1600" dirty="0"/>
          </a:p>
        </p:txBody>
      </p:sp>
      <p:sp>
        <p:nvSpPr>
          <p:cNvPr id="16" name="Refutação círculo"/>
          <p:cNvSpPr/>
          <p:nvPr/>
        </p:nvSpPr>
        <p:spPr>
          <a:xfrm>
            <a:off x="502920" y="5093208"/>
            <a:ext cx="566928" cy="56692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7" name="Refut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83" y="5229271"/>
            <a:ext cx="294803" cy="294803"/>
          </a:xfrm>
          <a:prstGeom prst="rect">
            <a:avLst/>
          </a:prstGeom>
        </p:spPr>
      </p:pic>
      <p:sp>
        <p:nvSpPr>
          <p:cNvPr id="18" name="Refutação texto"/>
          <p:cNvSpPr txBox="1"/>
          <p:nvPr/>
        </p:nvSpPr>
        <p:spPr>
          <a:xfrm>
            <a:off x="1234440" y="5047488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Refutação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Refutada se o excesso mensal médio sobre o CDI for ≤ 0 no teste; confirmada com t ≥ 2.</a:t>
            </a:r>
            <a:endParaRPr lang="en-US" sz="1600" dirty="0"/>
          </a:p>
        </p:txBody>
      </p:sp>
      <p:graphicFrame>
        <p:nvGraphicFramePr>
          <p:cNvPr id="19" name="Gráfico GGBR4 e GOAU4" descr=""/>
          <p:cNvGraphicFramePr/>
          <p:nvPr/>
        </p:nvGraphicFramePr>
        <p:xfrm>
          <a:off x="6903720" y="1463040"/>
          <a:ext cx="4800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0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Yahoo Finance, preços ajustados por proventos; formação do 1º semestre de 2015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literatura mostrou, e por que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menos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existiu, mas encolheu à medida que ficou conhecido</a:t>
            </a:r>
            <a:endParaRPr lang="en-US" sz="1600" dirty="0"/>
          </a:p>
        </p:txBody>
      </p:sp>
      <p:sp>
        <p:nvSpPr>
          <p:cNvPr id="4" name="Cartão Gatev, Goetzmann e Rouwenhorst (2006)"/>
          <p:cNvSpPr/>
          <p:nvPr/>
        </p:nvSpPr>
        <p:spPr>
          <a:xfrm>
            <a:off x="502920" y="150876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Gatev, Goetzmann e Rouwenhorst (2006) autor"/>
          <p:cNvSpPr txBox="1"/>
          <p:nvPr/>
        </p:nvSpPr>
        <p:spPr>
          <a:xfrm>
            <a:off x="73152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Gatev, Goetzmann e Rouwenhorst (2006)</a:t>
            </a:r>
            <a:endParaRPr lang="en-US" sz="1500" dirty="0"/>
          </a:p>
        </p:txBody>
      </p:sp>
      <p:sp>
        <p:nvSpPr>
          <p:cNvPr id="6" name="Gatev, Goetzmann e Rouwenhorst (2006) amostra"/>
          <p:cNvSpPr txBox="1"/>
          <p:nvPr/>
        </p:nvSpPr>
        <p:spPr>
          <a:xfrm>
            <a:off x="731520" y="2130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EUA, 1962 a 2002</a:t>
            </a:r>
            <a:endParaRPr lang="en-US" sz="1300" dirty="0"/>
          </a:p>
        </p:txBody>
      </p:sp>
      <p:sp>
        <p:nvSpPr>
          <p:cNvPr id="7" name="Gatev, Goetzmann e Rouwenhorst (2006) número"/>
          <p:cNvSpPr txBox="1"/>
          <p:nvPr/>
        </p:nvSpPr>
        <p:spPr>
          <a:xfrm>
            <a:off x="731520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11% a.a.</a:t>
            </a:r>
            <a:endParaRPr lang="en-US" sz="3200" dirty="0"/>
          </a:p>
        </p:txBody>
      </p:sp>
      <p:sp>
        <p:nvSpPr>
          <p:cNvPr id="8" name="Gatev, Goetzmann e Rouwenhorst (2006) texto"/>
          <p:cNvSpPr txBox="1"/>
          <p:nvPr/>
        </p:nvSpPr>
        <p:spPr>
          <a:xfrm>
            <a:off x="73152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retorno em excesso com pares formados por distância de preços</a:t>
            </a:r>
            <a:endParaRPr lang="en-US" sz="1400" dirty="0"/>
          </a:p>
        </p:txBody>
      </p:sp>
      <p:sp>
        <p:nvSpPr>
          <p:cNvPr id="9" name="Cartão Do e Faff (2010)"/>
          <p:cNvSpPr/>
          <p:nvPr/>
        </p:nvSpPr>
        <p:spPr>
          <a:xfrm>
            <a:off x="4279392" y="150876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0" name="Do e Faff (2010) autor"/>
          <p:cNvSpPr txBox="1"/>
          <p:nvPr/>
        </p:nvSpPr>
        <p:spPr>
          <a:xfrm>
            <a:off x="4507992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 Faff (2010)</a:t>
            </a:r>
            <a:endParaRPr lang="en-US" sz="1500" dirty="0"/>
          </a:p>
        </p:txBody>
      </p:sp>
      <p:sp>
        <p:nvSpPr>
          <p:cNvPr id="11" name="Do e Faff (2010) amostra"/>
          <p:cNvSpPr txBox="1"/>
          <p:nvPr/>
        </p:nvSpPr>
        <p:spPr>
          <a:xfrm>
            <a:off x="4507992" y="2130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EUA, até 2009</a:t>
            </a:r>
            <a:endParaRPr lang="en-US" sz="1300" dirty="0"/>
          </a:p>
        </p:txBody>
      </p:sp>
      <p:sp>
        <p:nvSpPr>
          <p:cNvPr id="12" name="Do e Faff (2010) número"/>
          <p:cNvSpPr txBox="1"/>
          <p:nvPr/>
        </p:nvSpPr>
        <p:spPr>
          <a:xfrm>
            <a:off x="4507992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queda</a:t>
            </a:r>
            <a:endParaRPr lang="en-US" sz="3200" dirty="0"/>
          </a:p>
        </p:txBody>
      </p:sp>
      <p:sp>
        <p:nvSpPr>
          <p:cNvPr id="13" name="Do e Faff (2010) texto"/>
          <p:cNvSpPr txBox="1"/>
          <p:nvPr/>
        </p:nvSpPr>
        <p:spPr>
          <a:xfrm>
            <a:off x="4507992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regra rende cada vez menos depois de publicada e popularizada</a:t>
            </a:r>
            <a:endParaRPr lang="en-US" sz="1400" dirty="0"/>
          </a:p>
        </p:txBody>
      </p:sp>
      <p:sp>
        <p:nvSpPr>
          <p:cNvPr id="14" name="Cartão Caldeira e Moura (2013)"/>
          <p:cNvSpPr/>
          <p:nvPr/>
        </p:nvSpPr>
        <p:spPr>
          <a:xfrm>
            <a:off x="8055864" y="150876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5" name="Caldeira e Moura (2013) autor"/>
          <p:cNvSpPr txBox="1"/>
          <p:nvPr/>
        </p:nvSpPr>
        <p:spPr>
          <a:xfrm>
            <a:off x="8284464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Caldeira e Moura (2013)</a:t>
            </a:r>
            <a:endParaRPr lang="en-US" sz="1500" dirty="0"/>
          </a:p>
        </p:txBody>
      </p:sp>
      <p:sp>
        <p:nvSpPr>
          <p:cNvPr id="16" name="Caldeira e Moura (2013) amostra"/>
          <p:cNvSpPr txBox="1"/>
          <p:nvPr/>
        </p:nvSpPr>
        <p:spPr>
          <a:xfrm>
            <a:off x="8284464" y="2130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B3, 2005 a 2012</a:t>
            </a:r>
            <a:endParaRPr lang="en-US" sz="1300" dirty="0"/>
          </a:p>
        </p:txBody>
      </p:sp>
      <p:sp>
        <p:nvSpPr>
          <p:cNvPr id="17" name="Caldeira e Moura (2013) número"/>
          <p:cNvSpPr txBox="1"/>
          <p:nvPr/>
        </p:nvSpPr>
        <p:spPr>
          <a:xfrm>
            <a:off x="8284464" y="2468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1,34</a:t>
            </a:r>
            <a:endParaRPr lang="en-US" sz="3200" dirty="0"/>
          </a:p>
        </p:txBody>
      </p:sp>
      <p:sp>
        <p:nvSpPr>
          <p:cNvPr id="18" name="Caldeira e Moura (2013) texto"/>
          <p:cNvSpPr txBox="1"/>
          <p:nvPr/>
        </p:nvSpPr>
        <p:spPr>
          <a:xfrm>
            <a:off x="8284464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por cointegração, cerca de 16% a.a. de excesso, antes da queda</a:t>
            </a:r>
            <a:endParaRPr lang="en-US" sz="1400" dirty="0"/>
          </a:p>
        </p:txBody>
      </p:sp>
      <p:sp>
        <p:nvSpPr>
          <p:cNvPr id="19" name="Mesma empresa círculo"/>
          <p:cNvSpPr/>
          <p:nvPr/>
        </p:nvSpPr>
        <p:spPr>
          <a:xfrm>
            <a:off x="502920" y="4343400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0" name="Mesma empres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4" y="4475074"/>
            <a:ext cx="285293" cy="285293"/>
          </a:xfrm>
          <a:prstGeom prst="rect">
            <a:avLst/>
          </a:prstGeom>
        </p:spPr>
      </p:pic>
      <p:sp>
        <p:nvSpPr>
          <p:cNvPr id="21" name="Mesma empresa texto"/>
          <p:cNvSpPr txBox="1"/>
          <p:nvPr/>
        </p:nvSpPr>
        <p:spPr>
          <a:xfrm>
            <a:off x="1188720" y="42793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empresa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PETR3 e PETR4, BBDC3 e BBDC4: o mesmo fluxo de caixa em duas classes</a:t>
            </a:r>
            <a:endParaRPr lang="en-US" sz="1400" dirty="0"/>
          </a:p>
        </p:txBody>
      </p:sp>
      <p:sp>
        <p:nvSpPr>
          <p:cNvPr id="22" name="Holding e controlada círculo"/>
          <p:cNvSpPr/>
          <p:nvPr/>
        </p:nvSpPr>
        <p:spPr>
          <a:xfrm>
            <a:off x="4279392" y="4343400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3" name="Holding e controlad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066" y="4475074"/>
            <a:ext cx="285293" cy="285293"/>
          </a:xfrm>
          <a:prstGeom prst="rect">
            <a:avLst/>
          </a:prstGeom>
        </p:spPr>
      </p:pic>
      <p:sp>
        <p:nvSpPr>
          <p:cNvPr id="24" name="Holding e controlada texto"/>
          <p:cNvSpPr txBox="1"/>
          <p:nvPr/>
        </p:nvSpPr>
        <p:spPr>
          <a:xfrm>
            <a:off x="4965192" y="42793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e controlada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ITSA4 e ITUB4, GOAU4 e GGBR4, BRAP4 e VALE3</a:t>
            </a:r>
            <a:endParaRPr lang="en-US" sz="1400" dirty="0"/>
          </a:p>
        </p:txBody>
      </p:sp>
      <p:sp>
        <p:nvSpPr>
          <p:cNvPr id="25" name="Concorrentes círculo"/>
          <p:cNvSpPr/>
          <p:nvPr/>
        </p:nvSpPr>
        <p:spPr>
          <a:xfrm>
            <a:off x="8055864" y="4343400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6" name="Concorrente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538" y="4475074"/>
            <a:ext cx="285293" cy="285293"/>
          </a:xfrm>
          <a:prstGeom prst="rect">
            <a:avLst/>
          </a:prstGeom>
        </p:spPr>
      </p:pic>
      <p:sp>
        <p:nvSpPr>
          <p:cNvPr id="27" name="Concorrentes texto"/>
          <p:cNvSpPr txBox="1"/>
          <p:nvPr/>
        </p:nvSpPr>
        <p:spPr>
          <a:xfrm>
            <a:off x="8741664" y="42793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BBAS3 e SANB11, CYRE3 e EVEN3: os mesmos fatores de risco</a:t>
            </a:r>
            <a:endParaRPr lang="en-US" sz="1400" dirty="0"/>
          </a:p>
        </p:txBody>
      </p:sp>
      <p:sp>
        <p:nvSpPr>
          <p:cNvPr id="28" name="Caixa da expectativa"/>
          <p:cNvSpPr/>
          <p:nvPr/>
        </p:nvSpPr>
        <p:spPr>
          <a:xfrm>
            <a:off x="502920" y="5303520"/>
            <a:ext cx="11185855" cy="640080"/>
          </a:xfrm>
          <a:prstGeom prst="roundRect">
            <a:avLst>
              <a:gd name="adj" fmla="val 11429"/>
            </a:avLst>
          </a:prstGeom>
          <a:solidFill>
            <a:srgbClr val="F3ECFA"/>
          </a:solidFill>
          <a:ln w="12700">
            <a:solidFill>
              <a:srgbClr val="F3ECFA"/>
            </a:solidFill>
            <a:prstDash val="solid"/>
          </a:ln>
        </p:spPr>
      </p:sp>
      <p:sp>
        <p:nvSpPr>
          <p:cNvPr id="29" name="Texto da expectativa"/>
          <p:cNvSpPr txBox="1"/>
          <p:nvPr/>
        </p:nvSpPr>
        <p:spPr>
          <a:xfrm>
            <a:off x="731520" y="53035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 na ficha, antes do teste: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efeito menor que o publicado. Com 6,8 anos de teste, só uma razão de informação acima de 0,77 chegaria a t = 2.</a:t>
            </a:r>
            <a:endParaRPr lang="en-US" sz="1500" dirty="0"/>
          </a:p>
        </p:txBody>
      </p:sp>
      <p:sp>
        <p:nvSpPr>
          <p:cNvPr id="30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Gatev et al. (2006), Review of Financial Studies; Do e Faff (2010), Financial Analysts Journal; Caldeira e Moura (2013), Revista Brasileira de Finanças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16 anos de B3,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conferidos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 a fonte oficial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Congelados em 16/10/2026; cinco eventos corrigidos com fonte, antes de qualquer backtest</a:t>
            </a:r>
            <a:endParaRPr lang="en-US" sz="1600" dirty="0"/>
          </a:p>
        </p:txBody>
      </p:sp>
      <p:sp>
        <p:nvSpPr>
          <p:cNvPr id="4" name="Número 0 número"/>
          <p:cNvSpPr txBox="1"/>
          <p:nvPr/>
        </p:nvSpPr>
        <p:spPr>
          <a:xfrm>
            <a:off x="502920" y="1417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4000" dirty="0"/>
          </a:p>
        </p:txBody>
      </p:sp>
      <p:sp>
        <p:nvSpPr>
          <p:cNvPr id="5" name="Número 0 rótulo"/>
          <p:cNvSpPr txBox="1"/>
          <p:nvPr/>
        </p:nvSpPr>
        <p:spPr>
          <a:xfrm>
            <a:off x="502920" y="20208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em 15 setores</a:t>
            </a:r>
            <a:endParaRPr lang="en-US" sz="1400" dirty="0"/>
          </a:p>
        </p:txBody>
      </p:sp>
      <p:sp>
        <p:nvSpPr>
          <p:cNvPr id="6" name="Número 1 número"/>
          <p:cNvSpPr txBox="1"/>
          <p:nvPr/>
        </p:nvSpPr>
        <p:spPr>
          <a:xfrm>
            <a:off x="3337560" y="1417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4.172</a:t>
            </a:r>
            <a:endParaRPr lang="en-US" sz="4000" dirty="0"/>
          </a:p>
        </p:txBody>
      </p:sp>
      <p:sp>
        <p:nvSpPr>
          <p:cNvPr id="7" name="Número 1 rótulo"/>
          <p:cNvSpPr txBox="1"/>
          <p:nvPr/>
        </p:nvSpPr>
        <p:spPr>
          <a:xfrm>
            <a:off x="3337560" y="20208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pregões, de jan/2010 a out/2026</a:t>
            </a:r>
            <a:endParaRPr lang="en-US" sz="1400" dirty="0"/>
          </a:p>
        </p:txBody>
      </p:sp>
      <p:sp>
        <p:nvSpPr>
          <p:cNvPr id="8" name="Número 2 número"/>
          <p:cNvSpPr txBox="1"/>
          <p:nvPr/>
        </p:nvSpPr>
        <p:spPr>
          <a:xfrm>
            <a:off x="6172200" y="1417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</a:t>
            </a:r>
            <a:endParaRPr lang="en-US" sz="4000" dirty="0"/>
          </a:p>
        </p:txBody>
      </p:sp>
      <p:sp>
        <p:nvSpPr>
          <p:cNvPr id="9" name="Número 2 rótulo"/>
          <p:cNvSpPr txBox="1"/>
          <p:nvPr/>
        </p:nvSpPr>
        <p:spPr>
          <a:xfrm>
            <a:off x="6172200" y="20208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12 do Banco Central, dia a dia</a:t>
            </a:r>
            <a:endParaRPr lang="en-US" sz="1400" dirty="0"/>
          </a:p>
        </p:txBody>
      </p:sp>
      <p:sp>
        <p:nvSpPr>
          <p:cNvPr id="10" name="Número 3 número"/>
          <p:cNvSpPr txBox="1"/>
          <p:nvPr/>
        </p:nvSpPr>
        <p:spPr>
          <a:xfrm>
            <a:off x="9006840" y="1417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Número 3 rótulo"/>
          <p:cNvSpPr txBox="1"/>
          <p:nvPr/>
        </p:nvSpPr>
        <p:spPr>
          <a:xfrm>
            <a:off x="9006840" y="20208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corrigidos (cisões e erros do Yahoo)</a:t>
            </a:r>
            <a:endParaRPr lang="en-US" sz="1400" dirty="0"/>
          </a:p>
        </p:txBody>
      </p:sp>
      <p:sp>
        <p:nvSpPr>
          <p:cNvPr id="12" name="Título da conferência"/>
          <p:cNvSpPr txBox="1"/>
          <p:nvPr/>
        </p:nvSpPr>
        <p:spPr>
          <a:xfrm>
            <a:off x="502920" y="2697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diários: Yahoo × fechamento oficial da B3 (2010 a 2025)</a:t>
            </a:r>
            <a:endParaRPr lang="en-US" sz="1500" dirty="0"/>
          </a:p>
        </p:txBody>
      </p:sp>
      <p:graphicFrame>
        <p:nvGraphicFramePr>
          <p:cNvPr id="7" name="Tabela de conferênci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90672"/>
          <a:ext cx="5669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55448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 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 com dif. &gt; 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BBAS3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 pb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BOVA11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 pb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ITUB4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 pb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MGLU3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 pb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 pb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 pb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14" name="Título das correções"/>
          <p:cNvSpPr txBox="1"/>
          <p:nvPr/>
        </p:nvSpPr>
        <p:spPr>
          <a:xfrm>
            <a:off x="6537960" y="2697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corrigimos, com a fonte de cada linha</a:t>
            </a:r>
            <a:endParaRPr lang="en-US" sz="1500" dirty="0"/>
          </a:p>
        </p:txBody>
      </p:sp>
      <p:pic>
        <p:nvPicPr>
          <p:cNvPr id="15" name="Marcador correção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163824"/>
            <a:ext cx="201168" cy="201168"/>
          </a:xfrm>
          <a:prstGeom prst="rect">
            <a:avLst/>
          </a:prstGeom>
        </p:spPr>
      </p:pic>
      <p:sp>
        <p:nvSpPr>
          <p:cNvPr id="16" name="Correção 0"/>
          <p:cNvSpPr txBox="1"/>
          <p:nvPr/>
        </p:nvSpPr>
        <p:spPr>
          <a:xfrm>
            <a:off x="685800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ITUB4 e ITUB3, 04/10/2021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cisão da XPart sem ajuste no Yahoo (−18%)</a:t>
            </a:r>
            <a:endParaRPr lang="en-US" sz="1400" dirty="0"/>
          </a:p>
        </p:txBody>
      </p:sp>
      <p:pic>
        <p:nvPicPr>
          <p:cNvPr id="17" name="Marcador correção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849624"/>
            <a:ext cx="201168" cy="201168"/>
          </a:xfrm>
          <a:prstGeom prst="rect">
            <a:avLst/>
          </a:prstGeom>
        </p:spPr>
      </p:pic>
      <p:sp>
        <p:nvSpPr>
          <p:cNvPr id="18" name="Correção 1"/>
          <p:cNvSpPr txBox="1"/>
          <p:nvPr/>
        </p:nvSpPr>
        <p:spPr>
          <a:xfrm>
            <a:off x="685800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PCAR3, 01/03/2021 e 23/08/2023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cisões do Assaí e do Éxito</a:t>
            </a:r>
            <a:endParaRPr lang="en-US" sz="1400" dirty="0"/>
          </a:p>
        </p:txBody>
      </p:sp>
      <p:pic>
        <p:nvPicPr>
          <p:cNvPr id="19" name="Marcador correção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535424"/>
            <a:ext cx="201168" cy="201168"/>
          </a:xfrm>
          <a:prstGeom prst="rect">
            <a:avLst/>
          </a:prstGeom>
        </p:spPr>
      </p:pic>
      <p:sp>
        <p:nvSpPr>
          <p:cNvPr id="20" name="Correção 2"/>
          <p:cNvSpPr txBox="1"/>
          <p:nvPr/>
        </p:nvSpPr>
        <p:spPr>
          <a:xfrm>
            <a:off x="6858000" y="4480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UGPA3, 28/06/2021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+119% sem evento: desdobramento mal datado</a:t>
            </a:r>
            <a:endParaRPr lang="en-US" sz="1400" dirty="0"/>
          </a:p>
        </p:txBody>
      </p:sp>
      <p:pic>
        <p:nvPicPr>
          <p:cNvPr id="21" name="Marcador correção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221224"/>
            <a:ext cx="201168" cy="201168"/>
          </a:xfrm>
          <a:prstGeom prst="rect">
            <a:avLst/>
          </a:prstGeom>
        </p:spPr>
      </p:pic>
      <p:sp>
        <p:nvSpPr>
          <p:cNvPr id="22" name="Correção 3"/>
          <p:cNvSpPr txBox="1"/>
          <p:nvPr/>
        </p:nvSpPr>
        <p:spPr>
          <a:xfrm>
            <a:off x="6858000" y="5166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R$ 5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preço da época (AMER3 aparecia a R$ 1.200 em 2023)</a:t>
            </a:r>
            <a:endParaRPr lang="en-US" sz="1400" dirty="0"/>
          </a:p>
        </p:txBody>
      </p:sp>
      <p:sp>
        <p:nvSpPr>
          <p:cNvPr id="23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Yahoo Finance; B3/COTAHIST ajustado (livro do Núcleo, Cap. 2); BCB SGS 12; Ipeadata (Selic over, 2026); scripts/l01_dados.py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Pré-registro: as regras foram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gravadas antes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teste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tem data e hash no GitHub; o período de teste foi aberto uma única vez</a:t>
            </a:r>
            <a:endParaRPr lang="en-US" sz="1600" dirty="0"/>
          </a:p>
        </p:txBody>
      </p:sp>
      <p:sp>
        <p:nvSpPr>
          <p:cNvPr id="4" name="Faixa aquec."/>
          <p:cNvSpPr/>
          <p:nvPr/>
        </p:nvSpPr>
        <p:spPr>
          <a:xfrm>
            <a:off x="502920" y="1508760"/>
            <a:ext cx="998737" cy="548640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Rótulo aquec."/>
          <p:cNvSpPr txBox="1"/>
          <p:nvPr/>
        </p:nvSpPr>
        <p:spPr>
          <a:xfrm>
            <a:off x="502920" y="1508760"/>
            <a:ext cx="9987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aquec.</a:t>
            </a:r>
            <a:endParaRPr lang="en-US" sz="1400" dirty="0"/>
          </a:p>
        </p:txBody>
      </p:sp>
      <p:sp>
        <p:nvSpPr>
          <p:cNvPr id="6" name="Faixa Treino: escolhe a variante"/>
          <p:cNvSpPr/>
          <p:nvPr/>
        </p:nvSpPr>
        <p:spPr>
          <a:xfrm>
            <a:off x="1501657" y="1508760"/>
            <a:ext cx="5659510" cy="548640"/>
          </a:xfrm>
          <a:prstGeom prst="rect">
            <a:avLst/>
          </a:prstGeom>
          <a:solidFill>
            <a:srgbClr val="C9A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Rótulo Treino: escolhe a variante"/>
          <p:cNvSpPr txBox="1"/>
          <p:nvPr/>
        </p:nvSpPr>
        <p:spPr>
          <a:xfrm>
            <a:off x="1501657" y="1508760"/>
            <a:ext cx="5659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Treino: escolhe a variante</a:t>
            </a:r>
            <a:endParaRPr lang="en-US" sz="1400" dirty="0"/>
          </a:p>
        </p:txBody>
      </p:sp>
      <p:sp>
        <p:nvSpPr>
          <p:cNvPr id="8" name="Faixa Teste: uma rodada"/>
          <p:cNvSpPr/>
          <p:nvPr/>
        </p:nvSpPr>
        <p:spPr>
          <a:xfrm>
            <a:off x="7161167" y="1508760"/>
            <a:ext cx="4527608" cy="548640"/>
          </a:xfrm>
          <a:prstGeom prst="rect">
            <a:avLst/>
          </a:prstGeom>
          <a:solidFill>
            <a:srgbClr val="7B2FB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Rótulo Teste: uma rodada"/>
          <p:cNvSpPr txBox="1"/>
          <p:nvPr/>
        </p:nvSpPr>
        <p:spPr>
          <a:xfrm>
            <a:off x="7161167" y="1508760"/>
            <a:ext cx="4527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uma rodada</a:t>
            </a:r>
            <a:endParaRPr lang="en-US" sz="1400" dirty="0"/>
          </a:p>
        </p:txBody>
      </p:sp>
      <p:sp>
        <p:nvSpPr>
          <p:cNvPr id="10" name="Data 0"/>
          <p:cNvSpPr txBox="1"/>
          <p:nvPr/>
        </p:nvSpPr>
        <p:spPr>
          <a:xfrm>
            <a:off x="502920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jan/2010</a:t>
            </a:r>
            <a:endParaRPr lang="en-US" sz="1200" dirty="0"/>
          </a:p>
        </p:txBody>
      </p:sp>
      <p:sp>
        <p:nvSpPr>
          <p:cNvPr id="11" name="Data 1"/>
          <p:cNvSpPr txBox="1"/>
          <p:nvPr/>
        </p:nvSpPr>
        <p:spPr>
          <a:xfrm>
            <a:off x="861577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jul/2011</a:t>
            </a:r>
            <a:endParaRPr lang="en-US" sz="1200" dirty="0"/>
          </a:p>
        </p:txBody>
      </p:sp>
      <p:sp>
        <p:nvSpPr>
          <p:cNvPr id="12" name="Data 2"/>
          <p:cNvSpPr txBox="1"/>
          <p:nvPr/>
        </p:nvSpPr>
        <p:spPr>
          <a:xfrm>
            <a:off x="6521087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jan/2020</a:t>
            </a:r>
            <a:endParaRPr lang="en-US" sz="1200" dirty="0"/>
          </a:p>
        </p:txBody>
      </p:sp>
      <p:sp>
        <p:nvSpPr>
          <p:cNvPr id="13" name="Data 3"/>
          <p:cNvSpPr txBox="1"/>
          <p:nvPr/>
        </p:nvSpPr>
        <p:spPr>
          <a:xfrm>
            <a:off x="10408615" y="2084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16/out/2026</a:t>
            </a:r>
            <a:endParaRPr lang="en-US" sz="1200" dirty="0"/>
          </a:p>
        </p:txBody>
      </p:sp>
      <p:sp>
        <p:nvSpPr>
          <p:cNvPr id="14" name="Passo 1 círculo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5" name="Pass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818181"/>
            <a:ext cx="261518" cy="261518"/>
          </a:xfrm>
          <a:prstGeom prst="rect">
            <a:avLst/>
          </a:prstGeom>
        </p:spPr>
      </p:pic>
      <p:sp>
        <p:nvSpPr>
          <p:cNvPr id="16" name="Passo 1 título"/>
          <p:cNvSpPr txBox="1"/>
          <p:nvPr/>
        </p:nvSpPr>
        <p:spPr>
          <a:xfrm>
            <a:off x="502920" y="3291840"/>
            <a:ext cx="20542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pré-registro</a:t>
            </a:r>
            <a:endParaRPr lang="en-US" sz="1500" dirty="0"/>
          </a:p>
        </p:txBody>
      </p:sp>
      <p:sp>
        <p:nvSpPr>
          <p:cNvPr id="17" name="Passo 1 hash"/>
          <p:cNvSpPr txBox="1"/>
          <p:nvPr/>
        </p:nvSpPr>
        <p:spPr>
          <a:xfrm>
            <a:off x="502920" y="3611880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d7efd5e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18/10 · 11:41</a:t>
            </a:r>
            <a:endParaRPr lang="en-US" sz="1200" dirty="0"/>
          </a:p>
        </p:txBody>
      </p:sp>
      <p:sp>
        <p:nvSpPr>
          <p:cNvPr id="18" name="Passo 1 descrição"/>
          <p:cNvSpPr txBox="1"/>
          <p:nvPr/>
        </p:nvSpPr>
        <p:spPr>
          <a:xfrm>
            <a:off x="502920" y="3913632"/>
            <a:ext cx="20085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tese, universo, períodos, 9 variantes, custos, regra de decisão</a:t>
            </a:r>
            <a:endParaRPr lang="en-US" sz="1300" dirty="0"/>
          </a:p>
        </p:txBody>
      </p:sp>
      <p:sp>
        <p:nvSpPr>
          <p:cNvPr id="19" name="Passo 2 círculo"/>
          <p:cNvSpPr/>
          <p:nvPr/>
        </p:nvSpPr>
        <p:spPr>
          <a:xfrm>
            <a:off x="2785811" y="2697480"/>
            <a:ext cx="502920" cy="5029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0" name="Pass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512" y="2818181"/>
            <a:ext cx="261518" cy="261518"/>
          </a:xfrm>
          <a:prstGeom prst="rect">
            <a:avLst/>
          </a:prstGeom>
        </p:spPr>
      </p:pic>
      <p:sp>
        <p:nvSpPr>
          <p:cNvPr id="21" name="Passo 2 título"/>
          <p:cNvSpPr txBox="1"/>
          <p:nvPr/>
        </p:nvSpPr>
        <p:spPr>
          <a:xfrm>
            <a:off x="2740091" y="3291840"/>
            <a:ext cx="20542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de dados</a:t>
            </a:r>
            <a:endParaRPr lang="en-US" sz="1500" dirty="0"/>
          </a:p>
        </p:txBody>
      </p:sp>
      <p:sp>
        <p:nvSpPr>
          <p:cNvPr id="22" name="Passo 2 hash"/>
          <p:cNvSpPr txBox="1"/>
          <p:nvPr/>
        </p:nvSpPr>
        <p:spPr>
          <a:xfrm>
            <a:off x="2740091" y="3611880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d1afae7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18/10 · 11:49</a:t>
            </a:r>
            <a:endParaRPr lang="en-US" sz="1200" dirty="0"/>
          </a:p>
        </p:txBody>
      </p:sp>
      <p:sp>
        <p:nvSpPr>
          <p:cNvPr id="23" name="Passo 2 descrição"/>
          <p:cNvSpPr txBox="1"/>
          <p:nvPr/>
        </p:nvSpPr>
        <p:spPr>
          <a:xfrm>
            <a:off x="2740091" y="3913632"/>
            <a:ext cx="20085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cisões e filtro de preço da época; nenhum retorno calculado</a:t>
            </a:r>
            <a:endParaRPr lang="en-US" sz="1300" dirty="0"/>
          </a:p>
        </p:txBody>
      </p:sp>
      <p:sp>
        <p:nvSpPr>
          <p:cNvPr id="24" name="Passo 3 círculo"/>
          <p:cNvSpPr/>
          <p:nvPr/>
        </p:nvSpPr>
        <p:spPr>
          <a:xfrm>
            <a:off x="5022982" y="2697480"/>
            <a:ext cx="502920" cy="5029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5" name="Pass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683" y="2818181"/>
            <a:ext cx="261518" cy="261518"/>
          </a:xfrm>
          <a:prstGeom prst="rect">
            <a:avLst/>
          </a:prstGeom>
        </p:spPr>
      </p:pic>
      <p:sp>
        <p:nvSpPr>
          <p:cNvPr id="26" name="Passo 3 título"/>
          <p:cNvSpPr txBox="1"/>
          <p:nvPr/>
        </p:nvSpPr>
        <p:spPr>
          <a:xfrm>
            <a:off x="4977262" y="3291840"/>
            <a:ext cx="20542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Emenda: z calibrado</a:t>
            </a:r>
            <a:endParaRPr lang="en-US" sz="1500" dirty="0"/>
          </a:p>
        </p:txBody>
      </p:sp>
      <p:sp>
        <p:nvSpPr>
          <p:cNvPr id="27" name="Passo 3 hash"/>
          <p:cNvSpPr txBox="1"/>
          <p:nvPr/>
        </p:nvSpPr>
        <p:spPr>
          <a:xfrm>
            <a:off x="4977262" y="3611880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43a1ea8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18/10 · 11:52</a:t>
            </a:r>
            <a:endParaRPr lang="en-US" sz="1200" dirty="0"/>
          </a:p>
        </p:txBody>
      </p:sp>
      <p:sp>
        <p:nvSpPr>
          <p:cNvPr id="28" name="Passo 3 descrição"/>
          <p:cNvSpPr txBox="1"/>
          <p:nvPr/>
        </p:nvSpPr>
        <p:spPr>
          <a:xfrm>
            <a:off x="4977262" y="3913632"/>
            <a:ext cx="20085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variantes depois do treino; teste ainda fechado; N = 15</a:t>
            </a:r>
            <a:endParaRPr lang="en-US" sz="1300" dirty="0"/>
          </a:p>
        </p:txBody>
      </p:sp>
      <p:sp>
        <p:nvSpPr>
          <p:cNvPr id="29" name="Passo 4 círculo"/>
          <p:cNvSpPr/>
          <p:nvPr/>
        </p:nvSpPr>
        <p:spPr>
          <a:xfrm>
            <a:off x="7260153" y="2697480"/>
            <a:ext cx="502920" cy="5029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30" name="Passo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854" y="2818181"/>
            <a:ext cx="261518" cy="261518"/>
          </a:xfrm>
          <a:prstGeom prst="rect">
            <a:avLst/>
          </a:prstGeom>
        </p:spPr>
      </p:pic>
      <p:sp>
        <p:nvSpPr>
          <p:cNvPr id="31" name="Passo 4 título"/>
          <p:cNvSpPr txBox="1"/>
          <p:nvPr/>
        </p:nvSpPr>
        <p:spPr>
          <a:xfrm>
            <a:off x="7214433" y="3291840"/>
            <a:ext cx="20542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no treino</a:t>
            </a:r>
            <a:endParaRPr lang="en-US" sz="1500" dirty="0"/>
          </a:p>
        </p:txBody>
      </p:sp>
      <p:sp>
        <p:nvSpPr>
          <p:cNvPr id="32" name="Passo 4 hash"/>
          <p:cNvSpPr txBox="1"/>
          <p:nvPr/>
        </p:nvSpPr>
        <p:spPr>
          <a:xfrm>
            <a:off x="7214433" y="3611880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ebfafb5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18/10 · 11:53</a:t>
            </a:r>
            <a:endParaRPr lang="en-US" sz="1200" dirty="0"/>
          </a:p>
        </p:txBody>
      </p:sp>
      <p:sp>
        <p:nvSpPr>
          <p:cNvPr id="33" name="Passo 4 descrição"/>
          <p:cNvSpPr txBox="1"/>
          <p:nvPr/>
        </p:nvSpPr>
        <p:spPr>
          <a:xfrm>
            <a:off x="7214433" y="3913632"/>
            <a:ext cx="20085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δ = 10⁻⁴, z = 1,5: maior Sharpe no treino</a:t>
            </a:r>
            <a:endParaRPr lang="en-US" sz="1300" dirty="0"/>
          </a:p>
        </p:txBody>
      </p:sp>
      <p:sp>
        <p:nvSpPr>
          <p:cNvPr id="34" name="Passo 5 círculo"/>
          <p:cNvSpPr/>
          <p:nvPr/>
        </p:nvSpPr>
        <p:spPr>
          <a:xfrm>
            <a:off x="9497324" y="2697480"/>
            <a:ext cx="502920" cy="502920"/>
          </a:xfrm>
          <a:prstGeom prst="ellipse">
            <a:avLst/>
          </a:prstGeom>
          <a:solidFill>
            <a:srgbClr val="4A1A78"/>
          </a:solidFill>
          <a:ln w="12700">
            <a:solidFill>
              <a:srgbClr val="4A1A78"/>
            </a:solidFill>
            <a:prstDash val="solid"/>
          </a:ln>
        </p:spPr>
      </p:sp>
      <p:pic>
        <p:nvPicPr>
          <p:cNvPr id="35" name="Passo 5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8025" y="2818181"/>
            <a:ext cx="261518" cy="261518"/>
          </a:xfrm>
          <a:prstGeom prst="rect">
            <a:avLst/>
          </a:prstGeom>
        </p:spPr>
      </p:pic>
      <p:sp>
        <p:nvSpPr>
          <p:cNvPr id="36" name="Passo 5 título"/>
          <p:cNvSpPr txBox="1"/>
          <p:nvPr/>
        </p:nvSpPr>
        <p:spPr>
          <a:xfrm>
            <a:off x="9451604" y="3291840"/>
            <a:ext cx="20542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única no teste</a:t>
            </a:r>
            <a:endParaRPr lang="en-US" sz="1500" dirty="0"/>
          </a:p>
        </p:txBody>
      </p:sp>
      <p:sp>
        <p:nvSpPr>
          <p:cNvPr id="37" name="Passo 5 hash"/>
          <p:cNvSpPr txBox="1"/>
          <p:nvPr/>
        </p:nvSpPr>
        <p:spPr>
          <a:xfrm>
            <a:off x="9451604" y="3611880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aea7677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18/10 · 11:54</a:t>
            </a:r>
            <a:endParaRPr lang="en-US" sz="1200" dirty="0"/>
          </a:p>
        </p:txBody>
      </p:sp>
      <p:sp>
        <p:nvSpPr>
          <p:cNvPr id="38" name="Passo 5 descrição"/>
          <p:cNvSpPr txBox="1"/>
          <p:nvPr/>
        </p:nvSpPr>
        <p:spPr>
          <a:xfrm>
            <a:off x="9451604" y="3913632"/>
            <a:ext cx="20085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 inconclusivo, gravado do jeito que saiu</a:t>
            </a:r>
            <a:endParaRPr lang="en-US" sz="1300" dirty="0"/>
          </a:p>
        </p:txBody>
      </p:sp>
      <p:sp>
        <p:nvSpPr>
          <p:cNvPr id="39" name="Caixa das regras fixas"/>
          <p:cNvSpPr/>
          <p:nvPr/>
        </p:nvSpPr>
        <p:spPr>
          <a:xfrm>
            <a:off x="502920" y="4892040"/>
            <a:ext cx="11185855" cy="1005840"/>
          </a:xfrm>
          <a:prstGeom prst="roundRect">
            <a:avLst>
              <a:gd name="adj" fmla="val 7273"/>
            </a:avLst>
          </a:prstGeom>
          <a:solidFill>
            <a:srgbClr val="F3ECFA"/>
          </a:solidFill>
          <a:ln w="12700">
            <a:solidFill>
              <a:srgbClr val="F3ECFA"/>
            </a:solidFill>
            <a:prstDash val="solid"/>
          </a:ln>
        </p:spPr>
      </p:sp>
      <p:sp>
        <p:nvSpPr>
          <p:cNvPr id="40" name="Texto das regras fixas"/>
          <p:cNvSpPr txBox="1"/>
          <p:nvPr/>
        </p:nvSpPr>
        <p:spPr>
          <a:xfrm>
            <a:off x="731520" y="489204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Fixado na ficha: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CDI (BOVA11 como secundário) · 0,10% por ponta + aluguel de 2% a.a. · ordem um pregão depois do sinal · caixa no CDI · métricas obrigatórias + t, Lo e Sharpe deflacionado ·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t ≥ 2 confirma; excesso ≤ 0 refuta; o resto é inconclusivo.</a:t>
            </a:r>
            <a:endParaRPr lang="en-US" sz="1400" dirty="0"/>
          </a:p>
        </p:txBody>
      </p:sp>
      <p:sp>
        <p:nvSpPr>
          <p:cNvPr id="41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histórico de commits em github.com/joaoemanuelzilli/quant-final-2026-2 (PRE_REGISTRO.md)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não é estacionário; o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GGBR4 e GOAU4 na formação de 2015: Engle-Granger acha a combinação estacionária das duas séries</a:t>
            </a:r>
            <a:endParaRPr lang="en-US" sz="1600" dirty="0"/>
          </a:p>
        </p:txBody>
      </p:sp>
      <p:graphicFrame>
        <p:nvGraphicFramePr>
          <p:cNvPr id="9" name="Tabela ADF e KPS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960120"/>
                <a:gridCol w="77724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Série (formação)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 ADF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 GGBR4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raiz unitária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 GOAU4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raiz unitária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ln Y − β ln X − 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estacionária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de GGBR4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−15,67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estacionária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5" name="Nota dos testes"/>
          <p:cNvSpPr txBox="1"/>
          <p:nvPr/>
        </p:nvSpPr>
        <p:spPr>
          <a:xfrm>
            <a:off x="502920" y="3429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ADF: H0 = raiz unitária (crítico a 5%: −2,87). KPSS: H0 = estacionária (crítico a 5%: 0,46).</a:t>
            </a:r>
            <a:endParaRPr lang="en-US" sz="1200" dirty="0"/>
          </a:p>
        </p:txBody>
      </p:sp>
      <p:sp>
        <p:nvSpPr>
          <p:cNvPr id="6" name="Destaque 0 número"/>
          <p:cNvSpPr txBox="1"/>
          <p:nvPr/>
        </p:nvSpPr>
        <p:spPr>
          <a:xfrm>
            <a:off x="50292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0,91</a:t>
            </a:r>
            <a:endParaRPr lang="en-US" sz="3000" dirty="0"/>
          </a:p>
        </p:txBody>
      </p:sp>
      <p:sp>
        <p:nvSpPr>
          <p:cNvPr id="7" name="Destaque 0 rótulo"/>
          <p:cNvSpPr txBox="1"/>
          <p:nvPr/>
        </p:nvSpPr>
        <p:spPr>
          <a:xfrm>
            <a:off x="502920" y="460857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hedge da formação (MQO)</a:t>
            </a:r>
            <a:endParaRPr lang="en-US" sz="1300" dirty="0"/>
          </a:p>
        </p:txBody>
      </p:sp>
      <p:sp>
        <p:nvSpPr>
          <p:cNvPr id="8" name="Destaque 1 número"/>
          <p:cNvSpPr txBox="1"/>
          <p:nvPr/>
        </p:nvSpPr>
        <p:spPr>
          <a:xfrm>
            <a:off x="256032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0,012</a:t>
            </a:r>
            <a:endParaRPr lang="en-US" sz="3000" dirty="0"/>
          </a:p>
        </p:txBody>
      </p:sp>
      <p:sp>
        <p:nvSpPr>
          <p:cNvPr id="9" name="Destaque 1 rótulo"/>
          <p:cNvSpPr txBox="1"/>
          <p:nvPr/>
        </p:nvSpPr>
        <p:spPr>
          <a:xfrm>
            <a:off x="2560320" y="460857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Engle-Granger, nas duas ordens</a:t>
            </a:r>
            <a:endParaRPr lang="en-US" sz="1300" dirty="0"/>
          </a:p>
        </p:txBody>
      </p:sp>
      <p:sp>
        <p:nvSpPr>
          <p:cNvPr id="10" name="Destaque 2 número"/>
          <p:cNvSpPr txBox="1"/>
          <p:nvPr/>
        </p:nvSpPr>
        <p:spPr>
          <a:xfrm>
            <a:off x="4617720" y="4069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</a:t>
            </a:r>
            <a:endParaRPr lang="en-US" sz="3000" dirty="0"/>
          </a:p>
        </p:txBody>
      </p:sp>
      <p:sp>
        <p:nvSpPr>
          <p:cNvPr id="11" name="Destaque 2 rótulo"/>
          <p:cNvSpPr txBox="1"/>
          <p:nvPr/>
        </p:nvSpPr>
        <p:spPr>
          <a:xfrm>
            <a:off x="4617720" y="460857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pregões de meia-vida do spread, por AR(1)</a:t>
            </a:r>
            <a:endParaRPr lang="en-US" sz="1300" dirty="0"/>
          </a:p>
        </p:txBody>
      </p:sp>
      <p:graphicFrame>
        <p:nvGraphicFramePr>
          <p:cNvPr id="12" name="Gráfico do spread" descr=""/>
          <p:cNvGraphicFramePr/>
          <p:nvPr/>
        </p:nvGraphicFramePr>
        <p:xfrm>
          <a:off x="6812280" y="1463040"/>
          <a:ext cx="48920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scripts/l02_series.py; formação de 23/12/2013 a 30/12/2014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teste estatístico à ordem: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etapas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entra em uma decisão está disponível no fechamento anterior à ordem</a:t>
            </a:r>
            <a:endParaRPr lang="en-US" sz="1600" dirty="0"/>
          </a:p>
        </p:txBody>
      </p:sp>
      <p:sp>
        <p:nvSpPr>
          <p:cNvPr id="4" name="Etapa Formação"/>
          <p:cNvSpPr/>
          <p:nvPr/>
        </p:nvSpPr>
        <p:spPr>
          <a:xfrm>
            <a:off x="502920" y="150876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Formação círculo"/>
          <p:cNvSpPr/>
          <p:nvPr/>
        </p:nvSpPr>
        <p:spPr>
          <a:xfrm>
            <a:off x="777240" y="1737360"/>
            <a:ext cx="658368" cy="6583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6" name="Form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8" y="1895368"/>
            <a:ext cx="342351" cy="342351"/>
          </a:xfrm>
          <a:prstGeom prst="rect">
            <a:avLst/>
          </a:prstGeom>
        </p:spPr>
      </p:pic>
      <p:sp>
        <p:nvSpPr>
          <p:cNvPr id="7" name="Formação título"/>
          <p:cNvSpPr txBox="1"/>
          <p:nvPr/>
        </p:nvSpPr>
        <p:spPr>
          <a:xfrm>
            <a:off x="1600200" y="17373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</a:t>
            </a:r>
            <a:endParaRPr lang="en-US" sz="2200" dirty="0"/>
          </a:p>
        </p:txBody>
      </p:sp>
      <p:sp>
        <p:nvSpPr>
          <p:cNvPr id="8" name="Formação subtítulo"/>
          <p:cNvSpPr txBox="1"/>
          <p:nvPr/>
        </p:nvSpPr>
        <p:spPr>
          <a:xfrm>
            <a:off x="1600200" y="2103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pregões antes do semestre</a:t>
            </a:r>
            <a:endParaRPr lang="en-US" sz="1300" dirty="0"/>
          </a:p>
        </p:txBody>
      </p:sp>
      <p:sp>
        <p:nvSpPr>
          <p:cNvPr id="9" name="Formação itens"/>
          <p:cNvSpPr txBox="1"/>
          <p:nvPr/>
        </p:nvSpPr>
        <p:spPr>
          <a:xfrm>
            <a:off x="777240" y="2697480"/>
            <a:ext cx="2926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≥ R$ 10 mi/dia e preço da época ≥ R$ 5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Engle-Granger nas duas ordens, p &lt; 5%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Meia-vida AR(1) entre 2 e 63 pregões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 pares: ≤ 2 por ação, ≤ 3 por setor</a:t>
            </a:r>
            <a:endParaRPr lang="en-US" sz="1500" dirty="0"/>
          </a:p>
        </p:txBody>
      </p:sp>
      <p:pic>
        <p:nvPicPr>
          <p:cNvPr id="10" name="Seta etapa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3520440"/>
            <a:ext cx="237744" cy="237744"/>
          </a:xfrm>
          <a:prstGeom prst="rect">
            <a:avLst/>
          </a:prstGeom>
        </p:spPr>
      </p:pic>
      <p:sp>
        <p:nvSpPr>
          <p:cNvPr id="11" name="Etapa Sinal"/>
          <p:cNvSpPr/>
          <p:nvPr/>
        </p:nvSpPr>
        <p:spPr>
          <a:xfrm>
            <a:off x="4315968" y="150876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2" name="Sinal círculo"/>
          <p:cNvSpPr/>
          <p:nvPr/>
        </p:nvSpPr>
        <p:spPr>
          <a:xfrm>
            <a:off x="4590288" y="1737360"/>
            <a:ext cx="658368" cy="6583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3" name="Sinal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296" y="1895368"/>
            <a:ext cx="342351" cy="342351"/>
          </a:xfrm>
          <a:prstGeom prst="rect">
            <a:avLst/>
          </a:prstGeom>
        </p:spPr>
      </p:pic>
      <p:sp>
        <p:nvSpPr>
          <p:cNvPr id="14" name="Sinal título"/>
          <p:cNvSpPr txBox="1"/>
          <p:nvPr/>
        </p:nvSpPr>
        <p:spPr>
          <a:xfrm>
            <a:off x="5413248" y="17373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</a:t>
            </a:r>
            <a:endParaRPr lang="en-US" sz="2200" dirty="0"/>
          </a:p>
        </p:txBody>
      </p:sp>
      <p:sp>
        <p:nvSpPr>
          <p:cNvPr id="15" name="Sinal subtítulo"/>
          <p:cNvSpPr txBox="1"/>
          <p:nvPr/>
        </p:nvSpPr>
        <p:spPr>
          <a:xfrm>
            <a:off x="5413248" y="2103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pregão, dados até o dia</a:t>
            </a:r>
            <a:endParaRPr lang="en-US" sz="1300" dirty="0"/>
          </a:p>
        </p:txBody>
      </p:sp>
      <p:sp>
        <p:nvSpPr>
          <p:cNvPr id="16" name="Sinal itens"/>
          <p:cNvSpPr txBox="1"/>
          <p:nvPr/>
        </p:nvSpPr>
        <p:spPr>
          <a:xfrm>
            <a:off x="4590288" y="2697480"/>
            <a:ext cx="2926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Kalman: β e α mudam como passeio aleatório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erro de previsão ÷ desvio previsto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com |z| ≥ 1,5; sai quando z cruza 0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em |z| ≥ 3,5, par bloqueado no semestre</a:t>
            </a:r>
            <a:endParaRPr lang="en-US" sz="1500" dirty="0"/>
          </a:p>
        </p:txBody>
      </p:sp>
      <p:pic>
        <p:nvPicPr>
          <p:cNvPr id="17" name="Seta etapa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520440"/>
            <a:ext cx="237744" cy="237744"/>
          </a:xfrm>
          <a:prstGeom prst="rect">
            <a:avLst/>
          </a:prstGeom>
        </p:spPr>
      </p:pic>
      <p:sp>
        <p:nvSpPr>
          <p:cNvPr id="18" name="Etapa Carteira"/>
          <p:cNvSpPr/>
          <p:nvPr/>
        </p:nvSpPr>
        <p:spPr>
          <a:xfrm>
            <a:off x="8129016" y="150876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9" name="Carteira círculo"/>
          <p:cNvSpPr/>
          <p:nvPr/>
        </p:nvSpPr>
        <p:spPr>
          <a:xfrm>
            <a:off x="8403336" y="1737360"/>
            <a:ext cx="658368" cy="6583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0" name="Carteira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1344" y="1895368"/>
            <a:ext cx="342351" cy="342351"/>
          </a:xfrm>
          <a:prstGeom prst="rect">
            <a:avLst/>
          </a:prstGeom>
        </p:spPr>
      </p:pic>
      <p:sp>
        <p:nvSpPr>
          <p:cNvPr id="21" name="Carteira título"/>
          <p:cNvSpPr txBox="1"/>
          <p:nvPr/>
        </p:nvSpPr>
        <p:spPr>
          <a:xfrm>
            <a:off x="9226296" y="17373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</a:t>
            </a:r>
            <a:endParaRPr lang="en-US" sz="2200" dirty="0"/>
          </a:p>
        </p:txBody>
      </p:sp>
      <p:sp>
        <p:nvSpPr>
          <p:cNvPr id="22" name="Carteira subtítulo"/>
          <p:cNvSpPr txBox="1"/>
          <p:nvPr/>
        </p:nvSpPr>
        <p:spPr>
          <a:xfrm>
            <a:off x="9226296" y="2103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e custos</a:t>
            </a:r>
            <a:endParaRPr lang="en-US" sz="1300" dirty="0"/>
          </a:p>
        </p:txBody>
      </p:sp>
      <p:sp>
        <p:nvSpPr>
          <p:cNvPr id="23" name="Carteira itens"/>
          <p:cNvSpPr txBox="1"/>
          <p:nvPr/>
        </p:nvSpPr>
        <p:spPr>
          <a:xfrm>
            <a:off x="8403336" y="2697480"/>
            <a:ext cx="2926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no fechamento do pregão seguinte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 exposição bruta por par, pernas 1 : β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Caixa, inclusive da venda a descoberto, no CDI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0,10% por ponta + aluguel de 2% a.a.</a:t>
            </a:r>
            <a:endParaRPr lang="en-US" sz="1500" dirty="0"/>
          </a:p>
        </p:txBody>
      </p:sp>
      <p:sp>
        <p:nvSpPr>
          <p:cNvPr id="24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pares/selecao.py, pares/kalman.py e pares/motor.py; parâmetros em pares/config.py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dinâmico com o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Kalman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é reestimado a cada pregão; o z-score mede a surpresa do dia diante do que o filtro esperava na véspera</a:t>
            </a:r>
            <a:endParaRPr lang="en-US" sz="1600" dirty="0"/>
          </a:p>
        </p:txBody>
      </p:sp>
      <p:sp>
        <p:nvSpPr>
          <p:cNvPr id="4" name="Caixa das equações"/>
          <p:cNvSpPr/>
          <p:nvPr/>
        </p:nvSpPr>
        <p:spPr>
          <a:xfrm>
            <a:off x="502920" y="150876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F3ECFA"/>
          </a:solidFill>
          <a:ln w="12700">
            <a:solidFill>
              <a:srgbClr val="F3ECFA"/>
            </a:solidFill>
            <a:prstDash val="solid"/>
          </a:ln>
        </p:spPr>
      </p:sp>
      <p:sp>
        <p:nvSpPr>
          <p:cNvPr id="5" name="Equação Observação"/>
          <p:cNvSpPr txBox="1"/>
          <p:nvPr/>
        </p:nvSpPr>
        <p:spPr>
          <a:xfrm>
            <a:off x="731520" y="161848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Yₜ = βₜ · ln Xₜ + αₜ + εₜ,   εₜ ~ N(0, Vₑ)</a:t>
            </a:r>
            <a:endParaRPr lang="en-US" sz="1500" dirty="0"/>
          </a:p>
        </p:txBody>
      </p:sp>
      <p:sp>
        <p:nvSpPr>
          <p:cNvPr id="6" name="Equação Estado"/>
          <p:cNvSpPr txBox="1"/>
          <p:nvPr/>
        </p:nvSpPr>
        <p:spPr>
          <a:xfrm>
            <a:off x="731520" y="229514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(βₜ, αₜ) = (βₜ₋₁, αₜ₋₁) + wₜ,   wₜ ~ N(0, δ/(1−δ)·I)</a:t>
            </a:r>
            <a:endParaRPr lang="en-US" sz="1500" dirty="0"/>
          </a:p>
        </p:txBody>
      </p:sp>
      <p:sp>
        <p:nvSpPr>
          <p:cNvPr id="7" name="Equação Sinal"/>
          <p:cNvSpPr txBox="1"/>
          <p:nvPr/>
        </p:nvSpPr>
        <p:spPr>
          <a:xfrm>
            <a:off x="731520" y="29718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zₜ = eₜ ÷ √Qₜ   (erro e variância previstos)</a:t>
            </a:r>
            <a:endParaRPr lang="en-US" sz="1500" dirty="0"/>
          </a:p>
        </p:txBody>
      </p:sp>
      <p:sp>
        <p:nvSpPr>
          <p:cNvPr id="8" name="Equação Calibração"/>
          <p:cNvSpPr txBox="1"/>
          <p:nvPr/>
        </p:nvSpPr>
        <p:spPr>
          <a:xfrm>
            <a:off x="731520" y="364845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fixo (10⁻⁵ ou 10⁻⁴) ou δ e Vₑ por máxima verossimilhança na formação</a:t>
            </a:r>
            <a:endParaRPr lang="en-US" sz="1500" dirty="0"/>
          </a:p>
        </p:txBody>
      </p:sp>
      <p:sp>
        <p:nvSpPr>
          <p:cNvPr id="9" name="Por que Kalman"/>
          <p:cNvSpPr txBox="1"/>
          <p:nvPr/>
        </p:nvSpPr>
        <p:spPr>
          <a:xfrm>
            <a:off x="502920" y="46177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Kalman: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MQO da formação fica velho; fora da amostra, o z do MQO fixo teve desvio de 3,4 em vez de 1, e a carteira ficava presa em posições.</a:t>
            </a:r>
            <a:endParaRPr lang="en-US" sz="1400" dirty="0"/>
          </a:p>
        </p:txBody>
      </p:sp>
      <p:graphicFrame>
        <p:nvGraphicFramePr>
          <p:cNvPr id="10" name="Gráfico do z de Kalman" descr=""/>
          <p:cNvGraphicFramePr/>
          <p:nvPr/>
        </p:nvGraphicFramePr>
        <p:xfrm>
          <a:off x="5897880" y="1463040"/>
          <a:ext cx="5806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Operações do exemp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4617720"/>
          <a:ext cx="58064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508760"/>
                <a:gridCol w="9144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 spread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29/04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 spread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 spread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scripts/l02_series.py; resultado de cada operação líquido de custos e aluguel, sobre a exposição bruta do par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Treino: 15 variantes, e a escolhida venceu por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0,004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líquido de jul/2011 a dez/2019; a grade original (9) e a emenda (6) contam como tentativas</a:t>
            </a:r>
            <a:endParaRPr lang="en-US" sz="1600" dirty="0"/>
          </a:p>
        </p:txBody>
      </p:sp>
      <p:graphicFrame>
        <p:nvGraphicFramePr>
          <p:cNvPr id="12" name="Grade do trein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  <a:gridCol w="1097280"/>
                <a:gridCol w="109728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de entrada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MQO fixo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Kalman δ 10⁻⁵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Kalman δ 10⁻⁴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MQO z móvel*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Kalman MV*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0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7E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62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B7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A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DB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C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CD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63C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86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6D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C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B8E5"/>
                    </a:solidFill>
                  </a:tcPr>
                </a:tc>
              </a:tr>
            </a:tbl>
          </a:graphicData>
        </a:graphic>
      </p:graphicFrame>
      <p:sp>
        <p:nvSpPr>
          <p:cNvPr id="5" name="Nota da grade"/>
          <p:cNvSpPr txBox="1"/>
          <p:nvPr/>
        </p:nvSpPr>
        <p:spPr>
          <a:xfrm>
            <a:off x="502920" y="3977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variantes da emenda (commit 43a1ea8), registradas depois do treino da grade original e antes do teste. Contorno: escolhida.</a:t>
            </a:r>
            <a:endParaRPr lang="en-US" sz="1200" dirty="0"/>
          </a:p>
        </p:txBody>
      </p:sp>
      <p:sp>
        <p:nvSpPr>
          <p:cNvPr id="6" name="Texto da escolha"/>
          <p:cNvSpPr txBox="1"/>
          <p:nvPr/>
        </p:nvSpPr>
        <p:spPr>
          <a:xfrm>
            <a:off x="502920" y="452628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Escolhida: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δ = 10⁻⁴, z = 1,5. Sharpe 0,444, contra 0,440 da segunda (Kalman MV, z = 2,0). A diferença é 1% do erro-padrão do Sharpe (0,35): a regra escolheu por ruído, e seguimos a regra.</a:t>
            </a:r>
            <a:endParaRPr lang="en-US" sz="1500" dirty="0"/>
          </a:p>
        </p:txBody>
      </p:sp>
      <p:sp>
        <p:nvSpPr>
          <p:cNvPr id="7" name="Máximo do acaso número"/>
          <p:cNvSpPr txBox="1"/>
          <p:nvPr/>
        </p:nvSpPr>
        <p:spPr>
          <a:xfrm>
            <a:off x="7726680" y="14630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0,61</a:t>
            </a:r>
            <a:endParaRPr lang="en-US" sz="4000" dirty="0"/>
          </a:p>
        </p:txBody>
      </p:sp>
      <p:sp>
        <p:nvSpPr>
          <p:cNvPr id="8" name="Máximo do acaso rótulo"/>
          <p:cNvSpPr txBox="1"/>
          <p:nvPr/>
        </p:nvSpPr>
        <p:spPr>
          <a:xfrm>
            <a:off x="7726680" y="206654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esperado do melhor de 15 tentativas sem habilidade nenhuma, em 8,4 anos</a:t>
            </a:r>
            <a:endParaRPr lang="en-US" sz="1300" dirty="0"/>
          </a:p>
        </p:txBody>
      </p:sp>
      <p:sp>
        <p:nvSpPr>
          <p:cNvPr id="9" name="Sharpe deflacionado número"/>
          <p:cNvSpPr txBox="1"/>
          <p:nvPr/>
        </p:nvSpPr>
        <p:spPr>
          <a:xfrm>
            <a:off x="7726680" y="28803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000" dirty="0"/>
          </a:p>
        </p:txBody>
      </p:sp>
      <p:sp>
        <p:nvSpPr>
          <p:cNvPr id="10" name="Sharpe deflacionado rótulo"/>
          <p:cNvSpPr txBox="1"/>
          <p:nvPr/>
        </p:nvSpPr>
        <p:spPr>
          <a:xfrm>
            <a:off x="7726680" y="348386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deflacionado: chance de o Sharpe verdadeiro superar o máximo do acaso</a:t>
            </a:r>
            <a:endParaRPr lang="en-US" sz="1300" dirty="0"/>
          </a:p>
        </p:txBody>
      </p:sp>
      <p:sp>
        <p:nvSpPr>
          <p:cNvPr id="11" name="Operações no treino número"/>
          <p:cNvSpPr txBox="1"/>
          <p:nvPr/>
        </p:nvSpPr>
        <p:spPr>
          <a:xfrm>
            <a:off x="7726680" y="4297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000" dirty="0"/>
          </a:p>
        </p:txBody>
      </p:sp>
      <p:sp>
        <p:nvSpPr>
          <p:cNvPr id="12" name="Operações no treino rótulo"/>
          <p:cNvSpPr txBox="1"/>
          <p:nvPr/>
        </p:nvSpPr>
        <p:spPr>
          <a:xfrm>
            <a:off x="7726680" y="490118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em 8,4 anos: a escolhida opera pouco (posição em 4% dos pregões)</a:t>
            </a:r>
            <a:endParaRPr lang="en-US" sz="1300" dirty="0"/>
          </a:p>
        </p:txBody>
      </p:sp>
      <p:sp>
        <p:nvSpPr>
          <p:cNvPr id="13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scripts/l03_treino.py; Sharpe deflacionado de Bailey e López de Prado (2014), como no Cap.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amostra, a carteira anda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colada ao CDI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R$ 1 aplicado em jan/2020 e excesso acumulado sobre o CDI desde 2011</a:t>
            </a:r>
            <a:endParaRPr lang="en-US" sz="1600" dirty="0"/>
          </a:p>
        </p:txBody>
      </p:sp>
      <p:graphicFrame>
        <p:nvGraphicFramePr>
          <p:cNvPr id="4" name="Gráfico da cota no teste" descr=""/>
          <p:cNvGraphicFramePr/>
          <p:nvPr/>
        </p:nvGraphicFramePr>
        <p:xfrm>
          <a:off x="502920" y="1417320"/>
          <a:ext cx="57607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Gráfico do drawdown" descr=""/>
          <p:cNvGraphicFramePr/>
          <p:nvPr/>
        </p:nvGraphicFramePr>
        <p:xfrm>
          <a:off x="502920" y="4251960"/>
          <a:ext cx="57607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Gráfico do excesso acumulado" descr=""/>
          <p:cNvGraphicFramePr/>
          <p:nvPr/>
        </p:nvGraphicFramePr>
        <p:xfrm>
          <a:off x="6492240" y="1417320"/>
          <a:ext cx="5212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scripts/l04_teste.py; BOVA11 comprado e mantido, pagando o mesmo custo de entrada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obrigatórias: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lado a lado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Líquidas de 0,10% por ponta e de aluguel de 2% a.a.; caixa a 100% do CDI; brutas de IR</a:t>
            </a:r>
            <a:endParaRPr lang="en-US" sz="1600" dirty="0"/>
          </a:p>
        </p:txBody>
      </p:sp>
      <p:sp>
        <p:nvSpPr>
          <p:cNvPr id="4" name="Cabeçalho treino"/>
          <p:cNvSpPr txBox="1"/>
          <p:nvPr/>
        </p:nvSpPr>
        <p:spPr>
          <a:xfrm>
            <a:off x="30175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· jul/2011 a dez/2019</a:t>
            </a:r>
            <a:endParaRPr lang="en-US" sz="1400" dirty="0"/>
          </a:p>
        </p:txBody>
      </p:sp>
      <p:sp>
        <p:nvSpPr>
          <p:cNvPr id="5" name="Cabeçalho teste"/>
          <p:cNvSpPr txBox="1"/>
          <p:nvPr/>
        </p:nvSpPr>
        <p:spPr>
          <a:xfrm>
            <a:off x="71323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· jan/2020 a 16/out/2026</a:t>
            </a:r>
            <a:endParaRPr lang="en-US" sz="1400" dirty="0"/>
          </a:p>
        </p:txBody>
      </p:sp>
      <p:graphicFrame>
        <p:nvGraphicFramePr>
          <p:cNvPr id="14" name="Tabela de métric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371600"/>
                <a:gridCol w="1371600"/>
                <a:gridCol w="1371600"/>
                <a:gridCol w="1371600"/>
                <a:gridCol w="1371600"/>
                <a:gridCol w="1810512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BOVA11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BOVA11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acumulado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a.a.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Excesso a.a. sobre o CDI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−2,58%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−1,21%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Volatilidade a.a.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Erro-padrão do 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Drawdown máximo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−45,8%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−46,9%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Recuperação (pregões)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acerto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diário ao Ibovespa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do excesso mensal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scripts/l04_teste.py; Sharpe sobre o excesso diário ao CDI (252 pregões); erro-padrão de Lo (2002); beta com erro-padrão HAC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VaR de 95% não vê nada: o risco está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cauda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e CVaR de um pregão no teste, em % do patrimônio (perda positiva, convenção do Cap. 5)</a:t>
            </a:r>
            <a:endParaRPr lang="en-US" sz="1600" dirty="0"/>
          </a:p>
        </p:txBody>
      </p:sp>
      <p:graphicFrame>
        <p:nvGraphicFramePr>
          <p:cNvPr id="15" name="Tabela de VaR e CVa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71323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594360"/>
                <a:gridCol w="914400"/>
                <a:gridCol w="914400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Carteira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hist.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CVaR hist.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C-F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BOVA11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BOVA11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Estratégia, com posição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Estratégia, com posição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5" name="Leitura do VaR"/>
          <p:cNvSpPr txBox="1"/>
          <p:nvPr/>
        </p:nvSpPr>
        <p:spPr>
          <a:xfrm>
            <a:off x="502920" y="45262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carteira fica só no CDI em 93% dos pregões; por isso o VaR de 95% sai negativo (um ganho). Nos pregões com posição, o VaR de 99% é de 1,4%. Cornish-Fisher explode com a curtose extrema e deixa de ser uma aproximação útil.</a:t>
            </a:r>
            <a:endParaRPr lang="en-US" sz="1400" dirty="0"/>
          </a:p>
        </p:txBody>
      </p:sp>
      <p:sp>
        <p:nvSpPr>
          <p:cNvPr id="6" name="Kupiec número"/>
          <p:cNvSpPr txBox="1"/>
          <p:nvPr/>
        </p:nvSpPr>
        <p:spPr>
          <a:xfrm>
            <a:off x="8092440" y="14630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× 17</a:t>
            </a:r>
            <a:endParaRPr lang="en-US" sz="3600" dirty="0"/>
          </a:p>
        </p:txBody>
      </p:sp>
      <p:sp>
        <p:nvSpPr>
          <p:cNvPr id="7" name="Kupiec rótulo"/>
          <p:cNvSpPr txBox="1"/>
          <p:nvPr/>
        </p:nvSpPr>
        <p:spPr>
          <a:xfrm>
            <a:off x="8092440" y="2066544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violações do VaR histórico de 99% (250 pregões) contra as esperadas: Kupiec rejeita (p &lt; 0,001)</a:t>
            </a:r>
            <a:endParaRPr lang="en-US" sz="1300" dirty="0"/>
          </a:p>
        </p:txBody>
      </p:sp>
      <p:sp>
        <p:nvSpPr>
          <p:cNvPr id="8" name="Drawdown número"/>
          <p:cNvSpPr txBox="1"/>
          <p:nvPr/>
        </p:nvSpPr>
        <p:spPr>
          <a:xfrm>
            <a:off x="8092440" y="30632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B9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−6,6%</a:t>
            </a:r>
            <a:endParaRPr lang="en-US" sz="3600" dirty="0"/>
          </a:p>
        </p:txBody>
      </p:sp>
      <p:sp>
        <p:nvSpPr>
          <p:cNvPr id="9" name="Drawdown rótulo"/>
          <p:cNvSpPr txBox="1"/>
          <p:nvPr/>
        </p:nvSpPr>
        <p:spPr>
          <a:xfrm>
            <a:off x="8092440" y="3666744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máximo, em 7 pregões de mar/2020; 331 pregões para recuperar</a:t>
            </a:r>
            <a:endParaRPr lang="en-US" sz="1300" dirty="0"/>
          </a:p>
        </p:txBody>
      </p:sp>
      <p:sp>
        <p:nvSpPr>
          <p:cNvPr id="10" name="Pior pregão número"/>
          <p:cNvSpPr txBox="1"/>
          <p:nvPr/>
        </p:nvSpPr>
        <p:spPr>
          <a:xfrm>
            <a:off x="8092440" y="46634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B9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−1,95%</a:t>
            </a:r>
            <a:endParaRPr lang="en-US" sz="3600" dirty="0"/>
          </a:p>
        </p:txBody>
      </p:sp>
      <p:sp>
        <p:nvSpPr>
          <p:cNvPr id="11" name="Pior pregão rótulo"/>
          <p:cNvSpPr txBox="1"/>
          <p:nvPr/>
        </p:nvSpPr>
        <p:spPr>
          <a:xfrm>
            <a:off x="8092440" y="52669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pregão do teste (16/03/2020, Covid-19)</a:t>
            </a:r>
            <a:endParaRPr lang="en-US" sz="1300" dirty="0"/>
          </a:p>
        </p:txBody>
      </p:sp>
      <p:sp>
        <p:nvSpPr>
          <p:cNvPr id="12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scripts/l06_risco.py; VaR histórico, normal, t de Student (ajuste por máxima verossimilhança) e Cornish-Fisher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carteira só opera quando o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estressa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condicional do Ibovespa por GARCH(1,1) t e episódios de estresse do Cap. 6</a:t>
            </a:r>
            <a:endParaRPr lang="en-US" sz="1600" dirty="0"/>
          </a:p>
        </p:txBody>
      </p:sp>
      <p:graphicFrame>
        <p:nvGraphicFramePr>
          <p:cNvPr id="4" name="Gráfico GARCH" descr=""/>
          <p:cNvGraphicFramePr/>
          <p:nvPr/>
        </p:nvGraphicFramePr>
        <p:xfrm>
          <a:off x="502920" y="1417320"/>
          <a:ext cx="60350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Gráfico de pares abertos" descr=""/>
          <p:cNvGraphicFramePr/>
          <p:nvPr/>
        </p:nvGraphicFramePr>
        <p:xfrm>
          <a:off x="502920" y="3703320"/>
          <a:ext cx="60350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Vol com posição número"/>
          <p:cNvSpPr txBox="1"/>
          <p:nvPr/>
        </p:nvSpPr>
        <p:spPr>
          <a:xfrm>
            <a:off x="6903720" y="14173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× 21%</a:t>
            </a:r>
            <a:endParaRPr lang="en-US" sz="3400" dirty="0"/>
          </a:p>
        </p:txBody>
      </p:sp>
      <p:sp>
        <p:nvSpPr>
          <p:cNvPr id="7" name="Vol com posição rótulo"/>
          <p:cNvSpPr txBox="1"/>
          <p:nvPr/>
        </p:nvSpPr>
        <p:spPr>
          <a:xfrm>
            <a:off x="6903720" y="202082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média do Ibovespa nos pregões com e sem posição (persistência 0,984, meia-vida 42 pregões)</a:t>
            </a:r>
            <a:endParaRPr lang="en-US" sz="1300" dirty="0"/>
          </a:p>
        </p:txBody>
      </p:sp>
      <p:graphicFrame>
        <p:nvGraphicFramePr>
          <p:cNvPr id="8" name="Gráfico de estresse" descr=""/>
          <p:cNvGraphicFramePr/>
          <p:nvPr/>
        </p:nvGraphicFramePr>
        <p:xfrm>
          <a:off x="6812280" y="2926080"/>
          <a:ext cx="4892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scripts/l06_risco.py; GARCH(1,1) com t de Student no log-retorno do Ibovespa (pacote arch); episódios do Cap. 6 do livro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Robustez: o resultado depende de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de execução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barra é uma rodada a mais no teste: diagnóstico, não novo veredito</a:t>
            </a:r>
            <a:endParaRPr lang="en-US" sz="1600" dirty="0"/>
          </a:p>
        </p:txBody>
      </p:sp>
      <p:graphicFrame>
        <p:nvGraphicFramePr>
          <p:cNvPr id="4" name="Gráfico de sensibilidade" descr=""/>
          <p:cNvGraphicFramePr/>
          <p:nvPr/>
        </p:nvGraphicFramePr>
        <p:xfrm>
          <a:off x="502920" y="141732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a grade do teste"/>
          <p:cNvSpPr txBox="1"/>
          <p:nvPr/>
        </p:nvSpPr>
        <p:spPr>
          <a:xfrm>
            <a:off x="649224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no teste, mesma grade do slide 11 (contorno: escolhida no treino)</a:t>
            </a:r>
            <a:endParaRPr lang="en-US" sz="1300" dirty="0"/>
          </a:p>
        </p:txBody>
      </p:sp>
      <p:graphicFrame>
        <p:nvGraphicFramePr>
          <p:cNvPr id="17" name="Grade do tes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74520"/>
          <a:ext cx="52120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32688"/>
                <a:gridCol w="932688"/>
                <a:gridCol w="932688"/>
                <a:gridCol w="932688"/>
                <a:gridCol w="932688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MQO fixo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Kalman 10⁻⁵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Kalman 10⁻⁴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MQO móvel*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Kalman MV*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A4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381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9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4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4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9F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4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B47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A6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4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EDE"/>
                    </a:solidFill>
                  </a:tcPr>
                </a:tc>
              </a:tr>
            </a:tbl>
          </a:graphicData>
        </a:graphic>
      </p:graphicFrame>
      <p:sp>
        <p:nvSpPr>
          <p:cNvPr id="7" name="Leitura da grade"/>
          <p:cNvSpPr txBox="1"/>
          <p:nvPr/>
        </p:nvSpPr>
        <p:spPr>
          <a:xfrm>
            <a:off x="6492240" y="40690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postos 0,44.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das 15 variantes perdem para o CDI no teste; a segunda colocada do treino (Kalman MV, z = 2,0) teve Sharpe de −0,30.</a:t>
            </a:r>
            <a:endParaRPr lang="en-US" sz="1500" dirty="0"/>
          </a:p>
        </p:txBody>
      </p:sp>
      <p:sp>
        <p:nvSpPr>
          <p:cNvPr id="8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scripts/l05_robustez.py; caixa conservador: o produto da venda a descoberto não rende CDI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veio o excesso: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e uma operação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 sobre o CDI por ano e comparação com 200 carteiras de pares sorteados no mesmo setor</a:t>
            </a:r>
            <a:endParaRPr lang="en-US" sz="1600" dirty="0"/>
          </a:p>
        </p:txBody>
      </p:sp>
      <p:graphicFrame>
        <p:nvGraphicFramePr>
          <p:cNvPr id="4" name="Gráfico por ano" descr=""/>
          <p:cNvGraphicFramePr/>
          <p:nvPr/>
        </p:nvGraphicFramePr>
        <p:xfrm>
          <a:off x="502920" y="141732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ncentração 0 número"/>
          <p:cNvSpPr txBox="1"/>
          <p:nvPr/>
        </p:nvSpPr>
        <p:spPr>
          <a:xfrm>
            <a:off x="502920" y="4937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−0,16</a:t>
            </a:r>
            <a:endParaRPr lang="en-US" sz="2400" dirty="0"/>
          </a:p>
        </p:txBody>
      </p:sp>
      <p:sp>
        <p:nvSpPr>
          <p:cNvPr id="6" name="Concentração 0 rótulo"/>
          <p:cNvSpPr txBox="1"/>
          <p:nvPr/>
        </p:nvSpPr>
        <p:spPr>
          <a:xfrm>
            <a:off x="502920" y="53583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2020 a 2025: sem 2026, não sobra excesso</a:t>
            </a:r>
            <a:endParaRPr lang="en-US" sz="1300" dirty="0"/>
          </a:p>
        </p:txBody>
      </p:sp>
      <p:sp>
        <p:nvSpPr>
          <p:cNvPr id="7" name="Concentração 1 número"/>
          <p:cNvSpPr txBox="1"/>
          <p:nvPr/>
        </p:nvSpPr>
        <p:spPr>
          <a:xfrm>
            <a:off x="3246120" y="4937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AMER3/MGLU3</a:t>
            </a:r>
            <a:endParaRPr lang="en-US" sz="2400" dirty="0"/>
          </a:p>
        </p:txBody>
      </p:sp>
      <p:sp>
        <p:nvSpPr>
          <p:cNvPr id="8" name="Concentração 1 rótulo"/>
          <p:cNvSpPr txBox="1"/>
          <p:nvPr/>
        </p:nvSpPr>
        <p:spPr>
          <a:xfrm>
            <a:off x="3246120" y="53583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operação (abr/26): 2,4% do patrimônio; o teste todo, 4,1%</a:t>
            </a:r>
            <a:endParaRPr lang="en-US" sz="1300" dirty="0"/>
          </a:p>
        </p:txBody>
      </p:sp>
      <p:graphicFrame>
        <p:nvGraphicFramePr>
          <p:cNvPr id="9" name="Histograma dos sorteios" descr=""/>
          <p:cNvGraphicFramePr/>
          <p:nvPr/>
        </p:nvGraphicFramePr>
        <p:xfrm>
          <a:off x="6263640" y="1417320"/>
          <a:ext cx="5440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Leitura dos sorteios"/>
          <p:cNvSpPr txBox="1"/>
          <p:nvPr/>
        </p:nvSpPr>
        <p:spPr>
          <a:xfrm>
            <a:off x="6263640" y="4800600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 98%.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aplicada a pares sorteados tem Sharpe mediano de −0,15: escolher por cointegração ajuda, mas a regra sozinha perde do CDI.</a:t>
            </a:r>
            <a:endParaRPr lang="en-US" sz="1400" dirty="0"/>
          </a:p>
        </p:txBody>
      </p:sp>
      <p:sp>
        <p:nvSpPr>
          <p:cNvPr id="11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scripts/l05_robustez.py; 2011 só com o 2º semestre; sorteios com semente 42, mesmas regras e custos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funcionou: a cointegração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dura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mede em 252 pregões raramente sobrevive ao semestre seguinte, e parte é acaso</a:t>
            </a:r>
            <a:endParaRPr lang="en-US" sz="1600" dirty="0"/>
          </a:p>
        </p:txBody>
      </p:sp>
      <p:sp>
        <p:nvSpPr>
          <p:cNvPr id="4" name="Persistência número"/>
          <p:cNvSpPr txBox="1"/>
          <p:nvPr/>
        </p:nvSpPr>
        <p:spPr>
          <a:xfrm>
            <a:off x="502920" y="1508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5400" dirty="0"/>
          </a:p>
        </p:txBody>
      </p:sp>
      <p:sp>
        <p:nvSpPr>
          <p:cNvPr id="5" name="Persistência rótulo"/>
          <p:cNvSpPr txBox="1"/>
          <p:nvPr/>
        </p:nvSpPr>
        <p:spPr>
          <a:xfrm>
            <a:off x="502920" y="232257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pares escolhidos no teste continuam com spread estacionário no semestre seguinte (ADF a 5%, β da formação)</a:t>
            </a:r>
            <a:endParaRPr lang="en-US" sz="1300" dirty="0"/>
          </a:p>
        </p:txBody>
      </p:sp>
      <p:sp>
        <p:nvSpPr>
          <p:cNvPr id="6" name="Deriva número"/>
          <p:cNvSpPr txBox="1"/>
          <p:nvPr/>
        </p:nvSpPr>
        <p:spPr>
          <a:xfrm>
            <a:off x="50292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desvio</a:t>
            </a:r>
            <a:endParaRPr lang="en-US" sz="4000" dirty="0"/>
          </a:p>
        </p:txBody>
      </p:sp>
      <p:sp>
        <p:nvSpPr>
          <p:cNvPr id="7" name="Deriva rótulo"/>
          <p:cNvSpPr txBox="1"/>
          <p:nvPr/>
        </p:nvSpPr>
        <p:spPr>
          <a:xfrm>
            <a:off x="502920" y="401421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 mediano do nível do spread no semestre, em desvios da formação</a:t>
            </a:r>
            <a:endParaRPr lang="en-US" sz="1300" dirty="0"/>
          </a:p>
        </p:txBody>
      </p:sp>
      <p:sp>
        <p:nvSpPr>
          <p:cNvPr id="8" name="Texto dos múltiplos testes"/>
          <p:cNvSpPr txBox="1"/>
          <p:nvPr/>
        </p:nvSpPr>
        <p:spPr>
          <a:xfrm>
            <a:off x="502920" y="4846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achados para 54 falsos esperados.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treino, cerca de um em cada três pares com p &lt; 5% seria acaso puro (Cap. 3: muitos testes, alguns achados).</a:t>
            </a:r>
            <a:endParaRPr lang="en-US" sz="1400" dirty="0"/>
          </a:p>
        </p:txBody>
      </p:sp>
      <p:graphicFrame>
        <p:nvGraphicFramePr>
          <p:cNvPr id="9" name="Gráfico de múltiplos testes" descr=""/>
          <p:cNvGraphicFramePr/>
          <p:nvPr/>
        </p:nvGraphicFramePr>
        <p:xfrm>
          <a:off x="4754880" y="1417320"/>
          <a:ext cx="69494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scripts/l02_series.py; ADF com constante e defasagens por AIC sobre o spread do semestre de negociação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inconclusiva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um caminho claro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 de 0,6% a.a. sobre o CDI com t = 0,89: a tese não se confirma nem se refuta</a:t>
            </a:r>
            <a:endParaRPr lang="en-US" sz="1600" dirty="0"/>
          </a:p>
        </p:txBody>
      </p:sp>
      <p:sp>
        <p:nvSpPr>
          <p:cNvPr id="4" name="Quadro Veredito"/>
          <p:cNvSpPr/>
          <p:nvPr/>
        </p:nvSpPr>
        <p:spPr>
          <a:xfrm>
            <a:off x="502920" y="14630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Veredito círculo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6" name="Vered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823314"/>
            <a:ext cx="285293" cy="285293"/>
          </a:xfrm>
          <a:prstGeom prst="rect">
            <a:avLst/>
          </a:prstGeom>
        </p:spPr>
      </p:pic>
      <p:sp>
        <p:nvSpPr>
          <p:cNvPr id="7" name="Veredito título"/>
          <p:cNvSpPr txBox="1"/>
          <p:nvPr/>
        </p:nvSpPr>
        <p:spPr>
          <a:xfrm>
            <a:off x="1417320" y="1691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</a:t>
            </a:r>
            <a:endParaRPr lang="en-US" sz="1900" dirty="0"/>
          </a:p>
        </p:txBody>
      </p:sp>
      <p:sp>
        <p:nvSpPr>
          <p:cNvPr id="8" name="Veredito itens"/>
          <p:cNvSpPr txBox="1"/>
          <p:nvPr/>
        </p:nvSpPr>
        <p:spPr>
          <a:xfrm>
            <a:off x="777240" y="23317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Inconclusiva pela ficha: t = 0,89 &lt; 2 e excesso médio &gt; 0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2026, t = −0,16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por cointegração supera o acaso (percentil 98)</a:t>
            </a:r>
            <a:endParaRPr lang="en-US" sz="1400" dirty="0"/>
          </a:p>
        </p:txBody>
      </p:sp>
      <p:sp>
        <p:nvSpPr>
          <p:cNvPr id="9" name="Quadro Significância econômica"/>
          <p:cNvSpPr/>
          <p:nvPr/>
        </p:nvSpPr>
        <p:spPr>
          <a:xfrm>
            <a:off x="6144768" y="14630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0" name="Significância econômica círculo"/>
          <p:cNvSpPr/>
          <p:nvPr/>
        </p:nvSpPr>
        <p:spPr>
          <a:xfrm>
            <a:off x="6373368" y="1691640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1" name="Significância econômic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042" y="1823314"/>
            <a:ext cx="285293" cy="285293"/>
          </a:xfrm>
          <a:prstGeom prst="rect">
            <a:avLst/>
          </a:prstGeom>
        </p:spPr>
      </p:pic>
      <p:sp>
        <p:nvSpPr>
          <p:cNvPr id="12" name="Significância econômica título"/>
          <p:cNvSpPr txBox="1"/>
          <p:nvPr/>
        </p:nvSpPr>
        <p:spPr>
          <a:xfrm>
            <a:off x="7059168" y="1691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Significância econômica</a:t>
            </a:r>
            <a:endParaRPr lang="en-US" sz="1900" dirty="0"/>
          </a:p>
        </p:txBody>
      </p:sp>
      <p:sp>
        <p:nvSpPr>
          <p:cNvPr id="13" name="Significância econômica itens"/>
          <p:cNvSpPr txBox="1"/>
          <p:nvPr/>
        </p:nvSpPr>
        <p:spPr>
          <a:xfrm>
            <a:off x="6419088" y="23317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0,6% a.a. com 1,7% de exposição média: pouco capital trabalhando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 custo de 0,50% por ponta (Sharpe −0,14) ou atraso ≠ 1 pregão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0,29 ± 0,39: indistinguível de zero</a:t>
            </a:r>
            <a:endParaRPr lang="en-US" sz="1400" dirty="0"/>
          </a:p>
        </p:txBody>
      </p:sp>
      <p:sp>
        <p:nvSpPr>
          <p:cNvPr id="14" name="Quadro Limitações"/>
          <p:cNvSpPr/>
          <p:nvPr/>
        </p:nvSpPr>
        <p:spPr>
          <a:xfrm>
            <a:off x="502920" y="37490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5" name="Limitações círculo"/>
          <p:cNvSpPr/>
          <p:nvPr/>
        </p:nvSpPr>
        <p:spPr>
          <a:xfrm>
            <a:off x="731520" y="3977640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6" name="Limitaçõe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4109314"/>
            <a:ext cx="285293" cy="285293"/>
          </a:xfrm>
          <a:prstGeom prst="rect">
            <a:avLst/>
          </a:prstGeom>
        </p:spPr>
      </p:pic>
      <p:sp>
        <p:nvSpPr>
          <p:cNvPr id="17" name="Limitações título"/>
          <p:cNvSpPr txBox="1"/>
          <p:nvPr/>
        </p:nvSpPr>
        <p:spPr>
          <a:xfrm>
            <a:off x="1417320" y="3977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900" dirty="0"/>
          </a:p>
        </p:txBody>
      </p:sp>
      <p:sp>
        <p:nvSpPr>
          <p:cNvPr id="18" name="Limitações itens"/>
          <p:cNvSpPr txBox="1"/>
          <p:nvPr/>
        </p:nvSpPr>
        <p:spPr>
          <a:xfrm>
            <a:off x="777240" y="46177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escolhido hoje: viés de sobrevivência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com cinco correções manuais; custo único, sem impacto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variantes; a escolhida venceu por 0,004</a:t>
            </a:r>
            <a:endParaRPr lang="en-US" sz="1400" dirty="0"/>
          </a:p>
        </p:txBody>
      </p:sp>
      <p:sp>
        <p:nvSpPr>
          <p:cNvPr id="19" name="Quadro Próximos passos"/>
          <p:cNvSpPr/>
          <p:nvPr/>
        </p:nvSpPr>
        <p:spPr>
          <a:xfrm>
            <a:off x="6144768" y="37490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0" name="Próximos passos círculo"/>
          <p:cNvSpPr/>
          <p:nvPr/>
        </p:nvSpPr>
        <p:spPr>
          <a:xfrm>
            <a:off x="6373368" y="3977640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1" name="Próximos passos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042" y="4109314"/>
            <a:ext cx="285293" cy="285293"/>
          </a:xfrm>
          <a:prstGeom prst="rect">
            <a:avLst/>
          </a:prstGeom>
        </p:spPr>
      </p:pic>
      <p:sp>
        <p:nvSpPr>
          <p:cNvPr id="22" name="Próximos passos título"/>
          <p:cNvSpPr txBox="1"/>
          <p:nvPr/>
        </p:nvSpPr>
        <p:spPr>
          <a:xfrm>
            <a:off x="7059168" y="39776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900" dirty="0"/>
          </a:p>
        </p:txBody>
      </p:sp>
      <p:sp>
        <p:nvSpPr>
          <p:cNvPr id="23" name="Próximos passos itens"/>
          <p:cNvSpPr txBox="1"/>
          <p:nvPr/>
        </p:nvSpPr>
        <p:spPr>
          <a:xfrm>
            <a:off x="6419088" y="46177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prospectivo: regra congelada a partir de nov/2026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histórica do Ibovespa e dados COTAHIST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por estabilidade do spread em walk-forward</a:t>
            </a:r>
            <a:endParaRPr lang="en-US" sz="1400" dirty="0"/>
          </a:p>
        </p:txBody>
      </p:sp>
      <p:sp>
        <p:nvSpPr>
          <p:cNvPr id="24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resultados/veredito.json e resultados/robustez.json; PRE_REGISTRO.md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Águia de fundo" descr="/home/joaoemanuel/git/quant-final-2026-2/slides/assets/lmf_simbolo_branco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7086600" y="914400"/>
            <a:ext cx="4983480" cy="4782312"/>
          </a:xfrm>
          <a:prstGeom prst="rect">
            <a:avLst/>
          </a:prstGeom>
        </p:spPr>
      </p:pic>
      <p:pic>
        <p:nvPicPr>
          <p:cNvPr id="3" name="Marca da Liga" descr="/home/joaoemanuel/git/quant-final-2026-2/slides/assets/lmf_marca_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3566160" cy="548640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02920" y="19202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000" dirty="0"/>
          </a:p>
        </p:txBody>
      </p:sp>
      <p:sp>
        <p:nvSpPr>
          <p:cNvPr id="5" name="Subtítulo"/>
          <p:cNvSpPr txBox="1"/>
          <p:nvPr/>
        </p:nvSpPr>
        <p:spPr>
          <a:xfrm>
            <a:off x="502920" y="2971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A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 O apêndice traz as respostas às 14 perguntas previsíveis da banca (Cap. 12).</a:t>
            </a:r>
            <a:endParaRPr lang="en-US" sz="2000" dirty="0"/>
          </a:p>
        </p:txBody>
      </p:sp>
      <p:sp>
        <p:nvSpPr>
          <p:cNvPr id="6" name="Caixa de reprodução"/>
          <p:cNvSpPr/>
          <p:nvPr/>
        </p:nvSpPr>
        <p:spPr>
          <a:xfrm>
            <a:off x="502920" y="4069080"/>
            <a:ext cx="7223760" cy="1508760"/>
          </a:xfrm>
          <a:prstGeom prst="roundRect">
            <a:avLst>
              <a:gd name="adj" fmla="val 4848"/>
            </a:avLst>
          </a:prstGeom>
          <a:solidFill>
            <a:srgbClr val="2A2A40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7" name="Texto de reprodução"/>
          <p:cNvSpPr txBox="1"/>
          <p:nvPr/>
        </p:nvSpPr>
        <p:spPr>
          <a:xfrm>
            <a:off x="731520" y="411480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reproduzir todos os números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A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https://github.com/joaoemanuelzilli/quant-final-2026-2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A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A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scripts/l01_dados.py  (…)  python scripts/l07_slides.py</a:t>
            </a:r>
            <a:endParaRPr lang="en-US" sz="1300" dirty="0"/>
          </a:p>
        </p:txBody>
      </p:sp>
      <p:sp>
        <p:nvSpPr>
          <p:cNvPr id="8" name="Fundo do QR"/>
          <p:cNvSpPr/>
          <p:nvPr/>
        </p:nvSpPr>
        <p:spPr>
          <a:xfrm>
            <a:off x="8549640" y="201168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QR do repositório" descr="/home/joaoemanuel/git/quant-final-2026-2/slides/assets/qr_reposito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148840"/>
            <a:ext cx="2377440" cy="2377440"/>
          </a:xfrm>
          <a:prstGeom prst="rect">
            <a:avLst/>
          </a:prstGeom>
        </p:spPr>
      </p:pic>
      <p:sp>
        <p:nvSpPr>
          <p:cNvPr id="10" name="Legenda do QR"/>
          <p:cNvSpPr txBox="1"/>
          <p:nvPr/>
        </p:nvSpPr>
        <p:spPr>
          <a:xfrm>
            <a:off x="8229600" y="4754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dados e pré-registro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Apêndice: perguntas da banca,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7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14 perguntas previsíveis do Cap. 12, cada uma com uma resposta de 30 segundos e um número</a:t>
            </a:r>
            <a:endParaRPr lang="en-US" sz="1600" dirty="0"/>
          </a:p>
        </p:txBody>
      </p:sp>
      <p:graphicFrame>
        <p:nvGraphicFramePr>
          <p:cNvPr id="22" name="Tabela da banca 1 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9401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curta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poderia haver look-ahead?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Formação só com os 252 pregões anteriores; z de t com dados até t; ordem em t+1. Teste automático “o futuro não muda o passado” e dados cortados no fim de cada período.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Quantas variantes vocês testaram?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 9 da ficha e 6 da emenda, ambas antes do teste, todas reportadas. Sharpe deflacionado do treino: 50%.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se o custo dobrar?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de 2,3 vezes o patrimônio por ano. Com 0,20% por ponta, Sharpe 0,29 → 0,18; com 0,50%, −0,14.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este benchmark?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Carteira de soma zero com caixa no CDI: o CDI é o custo de oportunidade. Contra o BOVA11 ganha em retorno (10,9% × 8,9% a.a.) e em Sharpe (0,29 × 0,07).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viés de sobrevivência?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Sim: 73 ações que existem hoje no Yahoo. Mitigação parcial: liquidez e preço filtrados com dados da época.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um ano ou de um ativo?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Sim. Sem 2026, t = −0,16; a operação AMER3/MGLU3 rendeu 2,4% do patrimônio, para 4,1% de excesso no teste todo.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 a incerteza do Sharpe?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 ± 0,39 (Lo). IC de 95% do excesso mensal: −0,06% a +0,16%. Indistinguível de zero.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resultados/*.json e *.csv do repositório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Apêndice: perguntas da banca,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 14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14 perguntas previsíveis do Cap. 12, cada uma com uma resposta de 30 segundos e um número</a:t>
            </a:r>
            <a:endParaRPr lang="en-US" sz="1600" dirty="0"/>
          </a:p>
        </p:txBody>
      </p:sp>
      <p:graphicFrame>
        <p:nvGraphicFramePr>
          <p:cNvPr id="23" name="Tabela da banca 8 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9401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curta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 foi o pior momento?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Março de 2020: −6,6% em 7 pregões, 331 pregões para recuperar. Com 20% de exposição por par, era suportável.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Chego aos mesmos números se clonar?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Sim: dados congelados, versões exatas em requirements.txt, sementes fixas e scripts l01 a l07 em ordem.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resultado refutaria a tese?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Excesso mensal médio ≤ 0 no teste, escrito na ficha (commit d7efd5e) antes de qualquer backtest.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variantes vizinhas são outras apostas?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Correlação de postos treino × teste de 0,44. Sem energia elétrica, t = 1,92; sem petróleo, 0,38.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capital a estratégia comporta?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perna leva até 10% do patrimônio; com piso de R$ 10 mi/dia, uma carteira de R$ 10 mi já negociaria 10% do volume do papel menos líquido.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é mercado e quanto é seleção?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diário de 0,02 (erro-padrão 0,01); correlação de 0,26, concentrada nos dias de crise.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Líquido de quê?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0,10% por ponta e aluguel de 2% a.a.; caixa a 100% do CDI, inclusive a venda a descoberto; bruto de IR.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resultados/*.json e *.csv do repositório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Apêndice: as operações do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operações de jan/2020 a out/2026, ordenadas pela contribuição ao patrimônio; as 6 melhores e as 6 piores</a:t>
            </a:r>
            <a:endParaRPr lang="en-US" sz="1600" dirty="0"/>
          </a:p>
        </p:txBody>
      </p:sp>
      <p:graphicFrame>
        <p:nvGraphicFramePr>
          <p:cNvPr id="24" name="Tabela de operaçõ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011680"/>
                <a:gridCol w="1325880"/>
                <a:gridCol w="1005840"/>
                <a:gridCol w="1005840"/>
                <a:gridCol w="1051560"/>
                <a:gridCol w="868680"/>
                <a:gridCol w="105156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Contribuição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AMER3/MGLU3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Varejo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15/04/26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23/04/26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AXIA3/ISAE4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elétrica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06/04/20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PETR3/UGPA3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Petróleo e gás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PETR4/PRIO3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Petróleo e gás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BBDC3/BRSR6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06/10/26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08/10/26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CYRE3/EVEN3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Construção civil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30/04/20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05/05/20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AXIA3/ISAE4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elétrica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VALE3/GGBR4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Mineração e siderurgia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CPFE3/CPLE3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elétrica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16/08/21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01/09/21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UGPA3/PETR4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Petróleo e gás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05/05/23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17/05/23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CYRE3/EVEN3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Construção civil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AXIA3/ISAE4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elétrica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26/03/20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resultados/teste_operacoes.csv; retorno sobre a exposição bruta do par; contribuição sobre o patrimônio na entrada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Apêndice: o </a:t>
            </a:r>
            <a:pPr algn="l"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</a:t>
            </a:r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73 ações em 15 setores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859536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só se formam dentro do mesmo setor; a elegibilidade de cada semestre usa liquidez e preço da época</a:t>
            </a:r>
            <a:endParaRPr lang="en-US" sz="1600" dirty="0"/>
          </a:p>
        </p:txBody>
      </p:sp>
      <p:graphicFrame>
        <p:nvGraphicFramePr>
          <p:cNvPr id="25" name="Tabela do univers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  <a:gridCol w="2103120"/>
                <a:gridCol w="35021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FB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ITUB4, ITUB3, BBDC4, BBDC3, BBAS3, SANB11, ITSA4, BPAC11, ABCB4, BRSR6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Telecomunicações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VIVT3, TIMS3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Petróleo e gás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PETR4, PETR3, PRIO3, UGPA3, CSAN3, VBBR3, RECV3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RADL3, HYPE3, FLRY3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Mineração e siderurgia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VALE3, BRAP4, GGBR4, GOAU4, USIM5, CSNA3, CMIN3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MULT3, IGTI11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elétrica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AXIA3, CMIG4, CMIG3, CPLE3, EGIE3, TAEE11, ISAE4, ENGI11, EQTL3, CPFE3, ALUP11, ENEV3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COGN3, YDUQ3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SBSP3, SAPR4, SAPR11, CSMG3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BBSE3, PSSA3, CXSE3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e celulose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SUZB3, KLBN11, KLBN4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Transporte e logística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MOTV3, ECOR3, RAIL3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Varejo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LREN3, MGLU3, AMER3, BHIA3, PCAR3, ASAI3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Frigoríficos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BEEF3, MBRF3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Construção civil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CYRE3, MRVE3, EZTC3, EVEN3, DIRR3, GFSA3, CURY3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60533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pares/config.py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7B2F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MF Quant">
      <a:dk1>
        <a:srgbClr val="1A1A1A"/>
      </a:dk1>
      <a:lt1>
        <a:srgbClr val="FFFFFF"/>
      </a:lt1>
      <a:dk2>
        <a:srgbClr val="1E1E2E"/>
      </a:dk2>
      <a:lt2>
        <a:srgbClr val="F3ECFA"/>
      </a:lt2>
      <a:accent1>
        <a:srgbClr val="7B2FBE"/>
      </a:accent1>
      <a:accent2>
        <a:srgbClr val="B97400"/>
      </a:accent2>
      <a:accent3>
        <a:srgbClr val="00A090"/>
      </a:accent3>
      <a:accent4>
        <a:srgbClr val="3F6FD8"/>
      </a:accent4>
      <a:accent5>
        <a:srgbClr val="D1436A"/>
      </a:accent5>
      <a:accent6>
        <a:srgbClr val="6B7280"/>
      </a:accent6>
      <a:hlink>
        <a:srgbClr val="7B2FBE"/>
      </a:hlink>
      <a:folHlink>
        <a:srgbClr val="4A1A78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Liga de Mercado Financeiro UFU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Pares cointegrados na B3</dc:title>
  <dc:subject>PptxGenJS Presentation</dc:subject>
  <dc:creator>Núcleo de Análise Quantitativa · LMF UFU</dc:creator>
  <cp:lastModifiedBy>Núcleo de Análise Quantitativa · LMF UFU</cp:lastModifiedBy>
  <cp:revision>1</cp:revision>
  <dcterms:created xsi:type="dcterms:W3CDTF">2026-10-18T16:26:59Z</dcterms:created>
  <dcterms:modified xsi:type="dcterms:W3CDTF">2026-10-18T16:26:59Z</dcterms:modified>
</cp:coreProperties>
</file>